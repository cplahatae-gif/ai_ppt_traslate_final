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Override PartName="/ppt/theme/theme8.xml" ContentType="application/vnd.openxmlformats-officedocument.theme+xml"/>
  <Override PartName="/ppt/slideLayouts/slideLayout23.xml" ContentType="application/vnd.openxmlformats-officedocument.presentationml.slideLayout+xml"/>
  <Override PartName="/ppt/theme/theme9.xml" ContentType="application/vnd.openxmlformats-officedocument.theme+xml"/>
  <Override PartName="/ppt/slideLayouts/slideLayout24.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22118" saveSubsetFonts="1">
  <p:sldMasterIdLst>
    <p:sldMasterId id="2147483807" r:id="rId1"/>
    <p:sldMasterId id="2147483972" r:id="rId2"/>
    <p:sldMasterId id="2147483981" r:id="rId3"/>
    <p:sldMasterId id="2147483990" r:id="rId4"/>
    <p:sldMasterId id="2147483994" r:id="rId5"/>
    <p:sldMasterId id="2147484014" r:id="rId6"/>
    <p:sldMasterId id="2147484021" r:id="rId7"/>
    <p:sldMasterId id="2147484026" r:id="rId8"/>
    <p:sldMasterId id="2147484031" r:id="rId9"/>
    <p:sldMasterId id="2147484033" r:id="rId10"/>
  </p:sldMasterIdLst>
  <p:notesMasterIdLst>
    <p:notesMasterId r:id="rId13"/>
  </p:notesMasterIdLst>
  <p:sldIdLst>
    <p:sldId id="1063" r:id="rId11"/>
    <p:sldId id="1144" r:id="rId12"/>
  </p:sldIdLst>
  <p:sldSz cx="9906000" cy="6858000" type="A4"/>
  <p:notesSz cx="6797675" cy="9926638"/>
  <p:defaultTextStyle>
    <a:defPPr>
      <a:defRPr lang="ko-KR"/>
    </a:defPPr>
    <a:lvl1pPr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1pPr>
    <a:lvl2pPr marL="4572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2pPr>
    <a:lvl3pPr marL="9144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3pPr>
    <a:lvl4pPr marL="13716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4pPr>
    <a:lvl5pPr marL="18288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5pPr>
    <a:lvl6pPr marL="22860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6pPr>
    <a:lvl7pPr marL="27432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7pPr>
    <a:lvl8pPr marL="32004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8pPr>
    <a:lvl9pPr marL="36576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9pPr>
  </p:defaultTextStyle>
  <p:extLst>
    <p:ext uri="{EFAFB233-063F-42B5-8137-9DF3F51BA10A}">
      <p15:sldGuideLst xmlns:p15="http://schemas.microsoft.com/office/powerpoint/2012/main">
        <p15:guide id="1" orient="horz" pos="453" userDrawn="1">
          <p15:clr>
            <a:srgbClr val="A4A3A4"/>
          </p15:clr>
        </p15:guide>
        <p15:guide id="2" orient="horz" pos="2127" userDrawn="1">
          <p15:clr>
            <a:srgbClr val="A4A3A4"/>
          </p15:clr>
        </p15:guide>
        <p15:guide id="3" pos="2440" userDrawn="1">
          <p15:clr>
            <a:srgbClr val="A4A3A4"/>
          </p15:clr>
        </p15:guide>
        <p15:guide id="4" pos="124" userDrawn="1">
          <p15:clr>
            <a:srgbClr val="A4A3A4"/>
          </p15:clr>
        </p15:guide>
        <p15:guide id="5" pos="6068" userDrawn="1">
          <p15:clr>
            <a:srgbClr val="A4A3A4"/>
          </p15:clr>
        </p15:guide>
        <p15:guide id="6" orient="horz" pos="3929">
          <p15:clr>
            <a:srgbClr val="A4A3A4"/>
          </p15:clr>
        </p15:guide>
        <p15:guide id="7" orient="horz" pos="699" userDrawn="1">
          <p15:clr>
            <a:srgbClr val="A4A3A4"/>
          </p15:clr>
        </p15:guide>
        <p15:guide id="8" orient="horz" pos="3702" userDrawn="1">
          <p15:clr>
            <a:srgbClr val="A4A3A4"/>
          </p15:clr>
        </p15:guide>
        <p15:guide id="9" orient="horz" pos="3249">
          <p15:clr>
            <a:srgbClr val="A4A3A4"/>
          </p15:clr>
        </p15:guide>
        <p15:guide id="10" orient="horz" pos="1162">
          <p15:clr>
            <a:srgbClr val="A4A3A4"/>
          </p15:clr>
        </p15:guide>
        <p15:guide id="11" pos="444" userDrawn="1">
          <p15:clr>
            <a:srgbClr val="A4A3A4"/>
          </p15:clr>
        </p15:guide>
        <p15:guide id="12" pos="262">
          <p15:clr>
            <a:srgbClr val="A4A3A4"/>
          </p15:clr>
        </p15:guide>
        <p15:guide id="13" pos="5842">
          <p15:clr>
            <a:srgbClr val="A4A3A4"/>
          </p15:clr>
        </p15:guide>
      </p15:sldGuideLst>
    </p:ext>
    <p:ext uri="{2D200454-40CA-4A62-9FC3-DE9A4176ACB9}">
      <p15:notesGuideLst xmlns:p15="http://schemas.microsoft.com/office/powerpoint/2012/main">
        <p15:guide id="1" orient="horz" pos="3120" userDrawn="1">
          <p15:clr>
            <a:srgbClr val="A4A3A4"/>
          </p15:clr>
        </p15:guide>
        <p15:guide id="2" pos="2137" userDrawn="1">
          <p15:clr>
            <a:srgbClr val="A4A3A4"/>
          </p15:clr>
        </p15:guide>
        <p15:guide id="3" orient="horz" pos="3124" userDrawn="1">
          <p15:clr>
            <a:srgbClr val="A4A3A4"/>
          </p15:clr>
        </p15:guide>
        <p15:guide id="4" pos="21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ECED0"/>
    <a:srgbClr val="E9E9E9"/>
    <a:srgbClr val="FFFFFF"/>
    <a:srgbClr val="A9ACB3"/>
    <a:srgbClr val="FF9900"/>
    <a:srgbClr val="FFFFCC"/>
    <a:srgbClr val="DAEEF3"/>
    <a:srgbClr val="2F5597"/>
    <a:srgbClr val="D9E7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429" autoAdjust="0"/>
  </p:normalViewPr>
  <p:slideViewPr>
    <p:cSldViewPr>
      <p:cViewPr varScale="1">
        <p:scale>
          <a:sx n="63" d="100"/>
          <a:sy n="63" d="100"/>
        </p:scale>
        <p:origin x="1252" y="52"/>
      </p:cViewPr>
      <p:guideLst>
        <p:guide orient="horz" pos="453"/>
        <p:guide orient="horz" pos="2127"/>
        <p:guide pos="2440"/>
        <p:guide pos="124"/>
        <p:guide pos="6068"/>
        <p:guide orient="horz" pos="3929"/>
        <p:guide orient="horz" pos="699"/>
        <p:guide orient="horz" pos="3702"/>
        <p:guide orient="horz" pos="3249"/>
        <p:guide orient="horz" pos="1162"/>
        <p:guide pos="444"/>
        <p:guide pos="262"/>
        <p:guide pos="5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1" d="100"/>
        <a:sy n="91" d="100"/>
      </p:scale>
      <p:origin x="0" y="0"/>
    </p:cViewPr>
  </p:sorterViewPr>
  <p:notesViewPr>
    <p:cSldViewPr>
      <p:cViewPr varScale="1">
        <p:scale>
          <a:sx n="71" d="100"/>
          <a:sy n="71" d="100"/>
        </p:scale>
        <p:origin x="-2178" y="-90"/>
      </p:cViewPr>
      <p:guideLst>
        <p:guide orient="horz" pos="3120"/>
        <p:guide pos="2137"/>
        <p:guide orient="horz" pos="3124"/>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45448" cy="496253"/>
          </a:xfrm>
          <a:prstGeom prst="rect">
            <a:avLst/>
          </a:prstGeom>
          <a:noFill/>
          <a:ln>
            <a:noFill/>
          </a:ln>
          <a:effectLst/>
        </p:spPr>
        <p:txBody>
          <a:bodyPr vert="horz" wrap="square" lIns="92207" tIns="46103" rIns="92207" bIns="46103" numCol="1" anchor="t" anchorCtr="0" compatLnSpc="1">
            <a:prstTxWarp prst="textNoShape">
              <a:avLst/>
            </a:prstTxWarp>
          </a:bodyPr>
          <a:lstStyle>
            <a:lvl1pPr algn="l"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
        <p:nvSpPr>
          <p:cNvPr id="26627" name="Rectangle 3"/>
          <p:cNvSpPr>
            <a:spLocks noGrp="1" noChangeArrowheads="1"/>
          </p:cNvSpPr>
          <p:nvPr>
            <p:ph type="dt" idx="1"/>
          </p:nvPr>
        </p:nvSpPr>
        <p:spPr bwMode="auto">
          <a:xfrm>
            <a:off x="3850643" y="0"/>
            <a:ext cx="2945448" cy="496253"/>
          </a:xfrm>
          <a:prstGeom prst="rect">
            <a:avLst/>
          </a:prstGeom>
          <a:noFill/>
          <a:ln>
            <a:noFill/>
          </a:ln>
          <a:effectLst/>
        </p:spPr>
        <p:txBody>
          <a:bodyPr vert="horz" wrap="square" lIns="92207" tIns="46103" rIns="92207" bIns="46103" numCol="1" anchor="t" anchorCtr="0" compatLnSpc="1">
            <a:prstTxWarp prst="textNoShape">
              <a:avLst/>
            </a:prstTxWarp>
          </a:bodyPr>
          <a:lstStyle>
            <a:lvl1pPr algn="r"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
        <p:nvSpPr>
          <p:cNvPr id="25604" name="Rectangle 4"/>
          <p:cNvSpPr>
            <a:spLocks noGrp="1" noRot="1" noChangeAspect="1" noChangeArrowheads="1" noTextEdit="1"/>
          </p:cNvSpPr>
          <p:nvPr>
            <p:ph type="sldImg" idx="2"/>
          </p:nvPr>
        </p:nvSpPr>
        <p:spPr bwMode="auto">
          <a:xfrm>
            <a:off x="708025" y="741363"/>
            <a:ext cx="5381625"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9" name="Rectangle 5"/>
          <p:cNvSpPr>
            <a:spLocks noGrp="1" noChangeArrowheads="1"/>
          </p:cNvSpPr>
          <p:nvPr>
            <p:ph type="body" sz="quarter" idx="3"/>
          </p:nvPr>
        </p:nvSpPr>
        <p:spPr bwMode="auto">
          <a:xfrm>
            <a:off x="680085" y="4715193"/>
            <a:ext cx="5437506" cy="4467859"/>
          </a:xfrm>
          <a:prstGeom prst="rect">
            <a:avLst/>
          </a:prstGeom>
          <a:noFill/>
          <a:ln>
            <a:noFill/>
          </a:ln>
          <a:effectLst/>
        </p:spPr>
        <p:txBody>
          <a:bodyPr vert="horz" wrap="square" lIns="92207" tIns="46103" rIns="92207" bIns="46103"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26630" name="Rectangle 6"/>
          <p:cNvSpPr>
            <a:spLocks noGrp="1" noChangeArrowheads="1"/>
          </p:cNvSpPr>
          <p:nvPr>
            <p:ph type="ftr" sz="quarter" idx="4"/>
          </p:nvPr>
        </p:nvSpPr>
        <p:spPr bwMode="auto">
          <a:xfrm>
            <a:off x="0" y="9428800"/>
            <a:ext cx="2945448" cy="496252"/>
          </a:xfrm>
          <a:prstGeom prst="rect">
            <a:avLst/>
          </a:prstGeom>
          <a:noFill/>
          <a:ln>
            <a:noFill/>
          </a:ln>
          <a:effectLst/>
        </p:spPr>
        <p:txBody>
          <a:bodyPr vert="horz" wrap="square" lIns="92207" tIns="46103" rIns="92207" bIns="46103" numCol="1" anchor="b" anchorCtr="0" compatLnSpc="1">
            <a:prstTxWarp prst="textNoShape">
              <a:avLst/>
            </a:prstTxWarp>
          </a:bodyPr>
          <a:lstStyle>
            <a:lvl1pPr algn="l"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Tree>
    <p:extLst>
      <p:ext uri="{BB962C8B-B14F-4D97-AF65-F5344CB8AC3E}">
        <p14:creationId xmlns:p14="http://schemas.microsoft.com/office/powerpoint/2010/main" val="1521926336"/>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676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93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419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9F25EB3-8F10-4ED0-A9A2-5CAB6BDB8F71}" type="slidenum">
              <a:rPr lang="ko-KR" altLang="en-US"/>
              <a:pPr>
                <a:defRPr/>
              </a:pPr>
              <a:t>‹#›</a:t>
            </a:fld>
            <a:endParaRPr lang="en-US" altLang="ko-KR"/>
          </a:p>
        </p:txBody>
      </p:sp>
    </p:spTree>
    <p:extLst>
      <p:ext uri="{BB962C8B-B14F-4D97-AF65-F5344CB8AC3E}">
        <p14:creationId xmlns:p14="http://schemas.microsoft.com/office/powerpoint/2010/main" val="441558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13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859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628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7638208-DBF4-4ABD-8718-C752B9F47646}" type="slidenum">
              <a:rPr lang="ko-KR" altLang="en-US"/>
              <a:pPr>
                <a:defRPr/>
              </a:pPr>
              <a:t>‹#›</a:t>
            </a:fld>
            <a:endParaRPr lang="en-US" altLang="ko-KR"/>
          </a:p>
        </p:txBody>
      </p:sp>
    </p:spTree>
    <p:extLst>
      <p:ext uri="{BB962C8B-B14F-4D97-AF65-F5344CB8AC3E}">
        <p14:creationId xmlns:p14="http://schemas.microsoft.com/office/powerpoint/2010/main" val="2080744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95300" y="273050"/>
            <a:ext cx="3259138" cy="1162050"/>
          </a:xfrm>
        </p:spPr>
        <p:txBody>
          <a:bodyPr/>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BFA4C302-6C80-4A39-B506-8CCE91341594}" type="slidenum">
              <a:rPr lang="ko-KR" altLang="en-US"/>
              <a:pPr>
                <a:defRPr/>
              </a:pPr>
              <a:t>‹#›</a:t>
            </a:fld>
            <a:endParaRPr lang="en-US" altLang="ko-KR"/>
          </a:p>
        </p:txBody>
      </p:sp>
    </p:spTree>
    <p:extLst>
      <p:ext uri="{BB962C8B-B14F-4D97-AF65-F5344CB8AC3E}">
        <p14:creationId xmlns:p14="http://schemas.microsoft.com/office/powerpoint/2010/main" val="395901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941513" y="4800600"/>
            <a:ext cx="5943600" cy="566738"/>
          </a:xfrm>
        </p:spPr>
        <p:txBody>
          <a:bodyPr/>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36ED45D6-AF39-4811-87AF-C001B73F9801}" type="slidenum">
              <a:rPr lang="ko-KR" altLang="en-US"/>
              <a:pPr>
                <a:defRPr/>
              </a:pPr>
              <a:t>‹#›</a:t>
            </a:fld>
            <a:endParaRPr lang="en-US" altLang="ko-KR"/>
          </a:p>
        </p:txBody>
      </p:sp>
    </p:spTree>
    <p:extLst>
      <p:ext uri="{BB962C8B-B14F-4D97-AF65-F5344CB8AC3E}">
        <p14:creationId xmlns:p14="http://schemas.microsoft.com/office/powerpoint/2010/main" val="1552000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75B3BECB-650F-4755-92EA-F11B9BCD1FD0}" type="slidenum">
              <a:rPr lang="ko-KR" altLang="en-US"/>
              <a:pPr>
                <a:defRPr/>
              </a:pPr>
              <a:t>‹#›</a:t>
            </a:fld>
            <a:endParaRPr lang="en-US" altLang="ko-KR"/>
          </a:p>
        </p:txBody>
      </p:sp>
    </p:spTree>
    <p:extLst>
      <p:ext uri="{BB962C8B-B14F-4D97-AF65-F5344CB8AC3E}">
        <p14:creationId xmlns:p14="http://schemas.microsoft.com/office/powerpoint/2010/main" val="3982277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994525" y="149225"/>
            <a:ext cx="2168525" cy="556577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88950" y="149225"/>
            <a:ext cx="6353175" cy="556577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951A513-08C6-43C1-801D-AE6A10323CC2}" type="slidenum">
              <a:rPr lang="ko-KR" altLang="en-US"/>
              <a:pPr>
                <a:defRPr/>
              </a:pPr>
              <a:t>‹#›</a:t>
            </a:fld>
            <a:endParaRPr lang="en-US" altLang="ko-KR"/>
          </a:p>
        </p:txBody>
      </p:sp>
    </p:spTree>
    <p:extLst>
      <p:ext uri="{BB962C8B-B14F-4D97-AF65-F5344CB8AC3E}">
        <p14:creationId xmlns:p14="http://schemas.microsoft.com/office/powerpoint/2010/main" val="1109508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093166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602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26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lIns="91407" tIns="45704" rIns="91407" bIns="45704"/>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180833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0979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816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660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6258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8857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3161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980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4647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6.xml"/><Relationship Id="rId4"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2.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3.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1027"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BF3E1A70-8405-4319-AD05-7599D615B23B}" type="slidenum">
              <a:rPr lang="ko-KR" altLang="en-US"/>
              <a:pPr>
                <a:defRPr/>
              </a:pPr>
              <a:t>‹#›</a:t>
            </a:fld>
            <a:endParaRPr lang="en-US" altLang="ko-KR"/>
          </a:p>
        </p:txBody>
      </p:sp>
      <p:sp>
        <p:nvSpPr>
          <p:cNvPr id="1029" name="Line 6"/>
          <p:cNvSpPr>
            <a:spLocks noChangeShapeType="1"/>
          </p:cNvSpPr>
          <p:nvPr userDrawn="1"/>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슬라이드 번호 개체 틀 5"/>
          <p:cNvSpPr txBox="1">
            <a:spLocks/>
          </p:cNvSpPr>
          <p:nvPr userDrawn="1"/>
        </p:nvSpPr>
        <p:spPr>
          <a:xfrm>
            <a:off x="3794125" y="6669088"/>
            <a:ext cx="2311400" cy="133350"/>
          </a:xfrm>
          <a:prstGeom prst="rect">
            <a:avLst/>
          </a:prstGeom>
        </p:spPr>
        <p:txBody>
          <a:bodyPr anchor="ctr"/>
          <a:lstStyle>
            <a:defPPr>
              <a:defRPr lang="ko-KR"/>
            </a:defPPr>
            <a:lvl1pPr algn="r" rtl="0" fontAlgn="base" latinLnBrk="1">
              <a:spcBef>
                <a:spcPct val="0"/>
              </a:spcBef>
              <a:spcAft>
                <a:spcPct val="0"/>
              </a:spcAft>
              <a:defRPr kumimoji="1" sz="1200" kern="1200">
                <a:solidFill>
                  <a:schemeClr val="tx1">
                    <a:tint val="75000"/>
                  </a:schemeClr>
                </a:solidFill>
                <a:latin typeface="맑은 고딕" pitchFamily="50" charset="-127"/>
                <a:ea typeface="맑은 고딕" pitchFamily="50" charset="-127"/>
                <a:cs typeface="+mn-cs"/>
              </a:defRPr>
            </a:lvl1pPr>
            <a:lvl2pPr marL="4572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2pPr>
            <a:lvl3pPr marL="9144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3pPr>
            <a:lvl4pPr marL="13716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4pPr>
            <a:lvl5pPr marL="18288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kumimoji="1" sz="24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kumimoji="1" sz="24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kumimoji="1" sz="24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kumimoji="1" sz="2400" kern="1200">
                <a:solidFill>
                  <a:schemeClr val="tx1"/>
                </a:solidFill>
                <a:latin typeface="맑은 고딕" pitchFamily="50" charset="-127"/>
                <a:ea typeface="맑은 고딕" pitchFamily="50" charset="-127"/>
                <a:cs typeface="+mn-cs"/>
              </a:defRPr>
            </a:lvl9pPr>
          </a:lstStyle>
          <a:p>
            <a:pPr algn="ctr" eaLnBrk="1" hangingPunct="1">
              <a:defRPr/>
            </a:pPr>
            <a:fld id="{4FCE5C35-6619-4DB3-8B2C-E4CA67E0DB23}" type="slidenum">
              <a:rPr lang="ko-KR" altLang="en-US" sz="1000" smtClean="0">
                <a:solidFill>
                  <a:schemeClr val="tx1"/>
                </a:solidFill>
              </a:rPr>
              <a:pPr algn="ctr" eaLnBrk="1" hangingPunct="1">
                <a:defRPr/>
              </a:pPr>
              <a:t>‹#›</a:t>
            </a:fld>
            <a:endParaRPr lang="ko-KR" altLang="en-US" sz="1000">
              <a:solidFill>
                <a:schemeClr val="tx1"/>
              </a:solidFill>
            </a:endParaRPr>
          </a:p>
        </p:txBody>
      </p:sp>
    </p:spTree>
  </p:cSld>
  <p:clrMap bg1="lt1" tx1="dk1" bg2="lt2" tx2="dk2" accent1="accent1" accent2="accent2" accent3="accent3" accent4="accent4" accent5="accent5" accent6="accent6" hlink="hlink" folHlink="folHlink"/>
  <p:sldLayoutIdLst>
    <p:sldLayoutId id="2147484613" r:id="rId1"/>
    <p:sldLayoutId id="2147484615" r:id="rId2"/>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3"/>
          <p:cNvSpPr>
            <a:spLocks noGrp="1" noChangeArrowheads="1"/>
          </p:cNvSpPr>
          <p:nvPr>
            <p:ph type="body" idx="1"/>
          </p:nvPr>
        </p:nvSpPr>
        <p:spPr bwMode="auto">
          <a:xfrm>
            <a:off x="742950" y="1371600"/>
            <a:ext cx="858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57" tIns="45680" rIns="91357" bIns="4568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cSld>
  <p:clrMap bg1="lt1" tx1="dk1" bg2="lt2" tx2="dk2" accent1="accent1" accent2="accent2" accent3="accent3" accent4="accent4" accent5="accent5" accent6="accent6" hlink="hlink" folHlink="folHlink"/>
  <p:sldLayoutIdLst>
    <p:sldLayoutId id="2147484602" r:id="rId1"/>
  </p:sldLayoutIdLst>
  <p:hf hdr="0" ftr="0" dt="0"/>
  <p:txStyles>
    <p:titleStyle>
      <a:lvl1pPr algn="l" rtl="0" eaLnBrk="0" fontAlgn="base" latinLnBrk="1" hangingPunct="0">
        <a:spcBef>
          <a:spcPct val="0"/>
        </a:spcBef>
        <a:spcAft>
          <a:spcPct val="0"/>
        </a:spcAft>
        <a:defRPr kumimoji="1" sz="2200">
          <a:solidFill>
            <a:schemeClr val="bg1"/>
          </a:solidFill>
          <a:latin typeface="+mj-lt"/>
          <a:ea typeface="+mj-ea"/>
          <a:cs typeface="+mj-cs"/>
        </a:defRPr>
      </a:lvl1pPr>
      <a:lvl2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200">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200">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200">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200">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lr>
          <a:schemeClr val="accent1"/>
        </a:buClr>
        <a:buSzPct val="75000"/>
        <a:buFont typeface="Wingdings" panose="05000000000000000000" pitchFamily="2" charset="2"/>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lr>
          <a:schemeClr val="accent1"/>
        </a:buClr>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30188" algn="l" rtl="0" eaLnBrk="0" fontAlgn="base" latinLnBrk="1" hangingPunct="0">
        <a:spcBef>
          <a:spcPct val="20000"/>
        </a:spcBef>
        <a:spcAft>
          <a:spcPct val="0"/>
        </a:spcAft>
        <a:buClr>
          <a:schemeClr val="accent1"/>
        </a:buClr>
        <a:buChar char="•"/>
        <a:defRPr kumimoji="1" sz="2000">
          <a:solidFill>
            <a:schemeClr val="tx1"/>
          </a:solidFill>
          <a:latin typeface="+mn-lt"/>
          <a:ea typeface="+mn-ea"/>
        </a:defRPr>
      </a:lvl5pPr>
      <a:lvl6pPr marL="2514600" indent="-230188" algn="l" rtl="0" fontAlgn="base" latinLnBrk="1">
        <a:spcBef>
          <a:spcPct val="20000"/>
        </a:spcBef>
        <a:spcAft>
          <a:spcPct val="0"/>
        </a:spcAft>
        <a:buClr>
          <a:schemeClr val="accent1"/>
        </a:buClr>
        <a:buChar char="•"/>
        <a:defRPr kumimoji="1" sz="2000">
          <a:solidFill>
            <a:schemeClr val="tx1"/>
          </a:solidFill>
          <a:latin typeface="+mn-lt"/>
          <a:ea typeface="+mn-ea"/>
        </a:defRPr>
      </a:lvl6pPr>
      <a:lvl7pPr marL="2971800" indent="-230188" algn="l" rtl="0" fontAlgn="base" latinLnBrk="1">
        <a:spcBef>
          <a:spcPct val="20000"/>
        </a:spcBef>
        <a:spcAft>
          <a:spcPct val="0"/>
        </a:spcAft>
        <a:buClr>
          <a:schemeClr val="accent1"/>
        </a:buClr>
        <a:buChar char="•"/>
        <a:defRPr kumimoji="1" sz="2000">
          <a:solidFill>
            <a:schemeClr val="tx1"/>
          </a:solidFill>
          <a:latin typeface="+mn-lt"/>
          <a:ea typeface="+mn-ea"/>
        </a:defRPr>
      </a:lvl7pPr>
      <a:lvl8pPr marL="3429000" indent="-230188" algn="l" rtl="0" fontAlgn="base" latinLnBrk="1">
        <a:spcBef>
          <a:spcPct val="20000"/>
        </a:spcBef>
        <a:spcAft>
          <a:spcPct val="0"/>
        </a:spcAft>
        <a:buClr>
          <a:schemeClr val="accent1"/>
        </a:buClr>
        <a:buChar char="•"/>
        <a:defRPr kumimoji="1" sz="2000">
          <a:solidFill>
            <a:schemeClr val="tx1"/>
          </a:solidFill>
          <a:latin typeface="+mn-lt"/>
          <a:ea typeface="+mn-ea"/>
        </a:defRPr>
      </a:lvl8pPr>
      <a:lvl9pPr marL="3886200" indent="-230188" algn="l" rtl="0" fontAlgn="base" latinLnBrk="1">
        <a:spcBef>
          <a:spcPct val="20000"/>
        </a:spcBef>
        <a:spcAft>
          <a:spcPct val="0"/>
        </a:spcAft>
        <a:buClr>
          <a:schemeClr val="accent1"/>
        </a:buClr>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074"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3075"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FC6450A0-0B22-45AA-B08E-FB1FECC8EC44}" type="slidenum">
              <a:rPr lang="ko-KR" altLang="en-US"/>
              <a:pPr>
                <a:defRPr/>
              </a:pPr>
              <a:t>‹#›</a:t>
            </a:fld>
            <a:endParaRPr lang="en-US" altLang="ko-KR"/>
          </a:p>
        </p:txBody>
      </p:sp>
      <p:sp>
        <p:nvSpPr>
          <p:cNvPr id="3077" name="Line 6"/>
          <p:cNvSpPr>
            <a:spLocks noChangeShapeType="1"/>
          </p:cNvSpPr>
          <p:nvPr/>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Tree>
  </p:cSld>
  <p:clrMap bg1="lt1" tx1="dk1" bg2="lt2" tx2="dk2" accent1="accent1" accent2="accent2" accent3="accent3" accent4="accent4" accent5="accent5" accent6="accent6" hlink="hlink" folHlink="folHlink"/>
  <p:sldLayoutIdLst>
    <p:sldLayoutId id="2147484617" r:id="rId1"/>
    <p:sldLayoutId id="2147484618" r:id="rId2"/>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슬라이드 번호 개체 틀 3"/>
          <p:cNvSpPr txBox="1">
            <a:spLocks/>
          </p:cNvSpPr>
          <p:nvPr userDrawn="1"/>
        </p:nvSpPr>
        <p:spPr>
          <a:xfrm>
            <a:off x="4521200" y="6694488"/>
            <a:ext cx="863600" cy="119062"/>
          </a:xfrm>
          <a:prstGeom prst="rect">
            <a:avLst/>
          </a:prstGeom>
        </p:spPr>
        <p:txBody>
          <a:bodyPr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fld id="{2143B43F-588A-4EA4-99DD-0EFE8A689109}" type="slidenum">
              <a:rPr kumimoji="0" lang="ko-KR" altLang="en-US" sz="900" smtClean="0">
                <a:solidFill>
                  <a:prstClr val="black"/>
                </a:solidFill>
              </a:rPr>
              <a:pPr algn="ctr" fontAlgn="auto">
                <a:spcBef>
                  <a:spcPts val="0"/>
                </a:spcBef>
                <a:spcAft>
                  <a:spcPts val="0"/>
                </a:spcAft>
                <a:defRPr/>
              </a:pPr>
              <a:t>‹#›</a:t>
            </a:fld>
            <a:endParaRPr kumimoji="0" lang="ko-KR" altLang="en-US" sz="900">
              <a:solidFill>
                <a:prstClr val="black"/>
              </a:solidFill>
            </a:endParaRPr>
          </a:p>
        </p:txBody>
      </p:sp>
      <p:cxnSp>
        <p:nvCxnSpPr>
          <p:cNvPr id="3" name="직선 연결선 2"/>
          <p:cNvCxnSpPr/>
          <p:nvPr userDrawn="1"/>
        </p:nvCxnSpPr>
        <p:spPr>
          <a:xfrm>
            <a:off x="57150" y="549275"/>
            <a:ext cx="97917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03" r:id="rId1"/>
    <p:sldLayoutId id="2147484627" r:id="rId2"/>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5123"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CD2811CC-7812-4243-96B6-8D44FB2BE536}" type="slidenum">
              <a:rPr lang="ko-KR" altLang="en-US"/>
              <a:pPr>
                <a:defRPr/>
              </a:pPr>
              <a:t>‹#›</a:t>
            </a:fld>
            <a:endParaRPr lang="en-US" altLang="ko-KR"/>
          </a:p>
        </p:txBody>
      </p:sp>
      <p:sp>
        <p:nvSpPr>
          <p:cNvPr id="5125" name="Line 6"/>
          <p:cNvSpPr>
            <a:spLocks noChangeShapeType="1"/>
          </p:cNvSpPr>
          <p:nvPr userDrawn="1"/>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슬라이드 번호 개체 틀 5"/>
          <p:cNvSpPr txBox="1">
            <a:spLocks/>
          </p:cNvSpPr>
          <p:nvPr/>
        </p:nvSpPr>
        <p:spPr>
          <a:xfrm>
            <a:off x="3794125" y="6669088"/>
            <a:ext cx="2311400" cy="133350"/>
          </a:xfrm>
          <a:prstGeom prst="rect">
            <a:avLst/>
          </a:prstGeom>
        </p:spPr>
        <p:txBody>
          <a:bodyPr anchor="ctr"/>
          <a:lstStyle>
            <a:defPPr>
              <a:defRPr lang="ko-KR"/>
            </a:defPPr>
            <a:lvl1pPr algn="r" rtl="0" fontAlgn="base" latinLnBrk="1">
              <a:spcBef>
                <a:spcPct val="0"/>
              </a:spcBef>
              <a:spcAft>
                <a:spcPct val="0"/>
              </a:spcAft>
              <a:defRPr kumimoji="1" sz="1200" kern="1200">
                <a:solidFill>
                  <a:schemeClr val="tx1">
                    <a:tint val="75000"/>
                  </a:schemeClr>
                </a:solidFill>
                <a:latin typeface="맑은 고딕" pitchFamily="50" charset="-127"/>
                <a:ea typeface="맑은 고딕" pitchFamily="50" charset="-127"/>
                <a:cs typeface="+mn-cs"/>
              </a:defRPr>
            </a:lvl1pPr>
            <a:lvl2pPr marL="4572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2pPr>
            <a:lvl3pPr marL="9144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3pPr>
            <a:lvl4pPr marL="13716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4pPr>
            <a:lvl5pPr marL="18288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kumimoji="1" sz="24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kumimoji="1" sz="24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kumimoji="1" sz="24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kumimoji="1" sz="2400" kern="1200">
                <a:solidFill>
                  <a:schemeClr val="tx1"/>
                </a:solidFill>
                <a:latin typeface="맑은 고딕" pitchFamily="50" charset="-127"/>
                <a:ea typeface="맑은 고딕" pitchFamily="50" charset="-127"/>
                <a:cs typeface="+mn-cs"/>
              </a:defRPr>
            </a:lvl9pPr>
          </a:lstStyle>
          <a:p>
            <a:pPr algn="ctr" eaLnBrk="1" hangingPunct="1">
              <a:defRPr/>
            </a:pPr>
            <a:fld id="{7E73D60E-83FB-4AAA-BB61-F7E48E5B5368}" type="slidenum">
              <a:rPr lang="ko-KR" altLang="en-US" sz="1000" smtClean="0">
                <a:solidFill>
                  <a:srgbClr val="000000"/>
                </a:solidFill>
              </a:rPr>
              <a:pPr algn="ctr" eaLnBrk="1" hangingPunct="1">
                <a:defRPr/>
              </a:pPr>
              <a:t>‹#›</a:t>
            </a:fld>
            <a:endParaRPr lang="ko-KR"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4619" r:id="rId1"/>
    <p:sldLayoutId id="2147484620" r:id="rId2"/>
    <p:sldLayoutId id="2147484621" r:id="rId3"/>
    <p:sldLayoutId id="2147484622" r:id="rId4"/>
    <p:sldLayoutId id="2147484623" r:id="rId5"/>
    <p:sldLayoutId id="2147484624" r:id="rId6"/>
    <p:sldLayoutId id="2147484625" r:id="rId7"/>
    <p:sldLayoutId id="2147484626" r:id="rId8"/>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bwMode="auto">
          <a:xfrm>
            <a:off x="742950" y="1371600"/>
            <a:ext cx="858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24" tIns="45663" rIns="91324" bIns="45663"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cSld>
  <p:clrMap bg1="lt1" tx1="dk1" bg2="lt2" tx2="dk2" accent1="accent1" accent2="accent2" accent3="accent3" accent4="accent4" accent5="accent5" accent6="accent6" hlink="hlink" folHlink="folHlink"/>
  <p:sldLayoutIdLst>
    <p:sldLayoutId id="2147484604" r:id="rId1"/>
    <p:sldLayoutId id="2147484605" r:id="rId2"/>
    <p:sldLayoutId id="2147484606" r:id="rId3"/>
    <p:sldLayoutId id="2147484607" r:id="rId4"/>
  </p:sldLayoutIdLst>
  <p:hf hdr="0" ftr="0" dt="0"/>
  <p:txStyles>
    <p:titleStyle>
      <a:lvl1pPr algn="l" rtl="0" eaLnBrk="0" fontAlgn="base" latinLnBrk="1" hangingPunct="0">
        <a:spcBef>
          <a:spcPct val="0"/>
        </a:spcBef>
        <a:spcAft>
          <a:spcPct val="0"/>
        </a:spcAft>
        <a:defRPr kumimoji="1" sz="2200">
          <a:solidFill>
            <a:schemeClr val="bg1"/>
          </a:solidFill>
          <a:latin typeface="+mj-lt"/>
          <a:ea typeface="+mj-ea"/>
          <a:cs typeface="+mj-cs"/>
        </a:defRPr>
      </a:lvl1pPr>
      <a:lvl2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5pPr>
      <a:lvl6pPr marL="457034" algn="l" rtl="0" fontAlgn="base" latinLnBrk="1">
        <a:spcBef>
          <a:spcPct val="0"/>
        </a:spcBef>
        <a:spcAft>
          <a:spcPct val="0"/>
        </a:spcAft>
        <a:defRPr kumimoji="1" sz="2200">
          <a:solidFill>
            <a:schemeClr val="bg1"/>
          </a:solidFill>
          <a:latin typeface="굴림" pitchFamily="50" charset="-127"/>
          <a:ea typeface="굴림" pitchFamily="50" charset="-127"/>
        </a:defRPr>
      </a:lvl6pPr>
      <a:lvl7pPr marL="914070" algn="l" rtl="0" fontAlgn="base" latinLnBrk="1">
        <a:spcBef>
          <a:spcPct val="0"/>
        </a:spcBef>
        <a:spcAft>
          <a:spcPct val="0"/>
        </a:spcAft>
        <a:defRPr kumimoji="1" sz="2200">
          <a:solidFill>
            <a:schemeClr val="bg1"/>
          </a:solidFill>
          <a:latin typeface="굴림" pitchFamily="50" charset="-127"/>
          <a:ea typeface="굴림" pitchFamily="50" charset="-127"/>
        </a:defRPr>
      </a:lvl7pPr>
      <a:lvl8pPr marL="1371106" algn="l" rtl="0" fontAlgn="base" latinLnBrk="1">
        <a:spcBef>
          <a:spcPct val="0"/>
        </a:spcBef>
        <a:spcAft>
          <a:spcPct val="0"/>
        </a:spcAft>
        <a:defRPr kumimoji="1" sz="2200">
          <a:solidFill>
            <a:schemeClr val="bg1"/>
          </a:solidFill>
          <a:latin typeface="굴림" pitchFamily="50" charset="-127"/>
          <a:ea typeface="굴림" pitchFamily="50" charset="-127"/>
        </a:defRPr>
      </a:lvl8pPr>
      <a:lvl9pPr marL="1828140" algn="l" rtl="0" fontAlgn="base" latinLnBrk="1">
        <a:spcBef>
          <a:spcPct val="0"/>
        </a:spcBef>
        <a:spcAft>
          <a:spcPct val="0"/>
        </a:spcAft>
        <a:defRPr kumimoji="1" sz="2200">
          <a:solidFill>
            <a:schemeClr val="bg1"/>
          </a:solidFill>
          <a:latin typeface="굴림" pitchFamily="50" charset="-127"/>
          <a:ea typeface="굴림" pitchFamily="50" charset="-127"/>
        </a:defRPr>
      </a:lvl9pPr>
    </p:titleStyle>
    <p:bodyStyle>
      <a:lvl1pPr marL="341313" indent="-341313" algn="l" rtl="0" eaLnBrk="0" fontAlgn="base" latinLnBrk="1" hangingPunct="0">
        <a:spcBef>
          <a:spcPct val="20000"/>
        </a:spcBef>
        <a:spcAft>
          <a:spcPct val="0"/>
        </a:spcAft>
        <a:buClr>
          <a:schemeClr val="accent1"/>
        </a:buClr>
        <a:buSzPct val="75000"/>
        <a:buFont typeface="Wingdings" panose="05000000000000000000" pitchFamily="2" charset="2"/>
        <a:buChar char="£"/>
        <a:defRPr kumimoji="1" sz="3200">
          <a:solidFill>
            <a:schemeClr val="tx1"/>
          </a:solidFill>
          <a:latin typeface="+mn-lt"/>
          <a:ea typeface="+mn-ea"/>
          <a:cs typeface="+mn-cs"/>
        </a:defRPr>
      </a:lvl1pPr>
      <a:lvl2pPr marL="741363" indent="-284163" algn="l" rtl="0" eaLnBrk="0" fontAlgn="base" latinLnBrk="1" hangingPunct="0">
        <a:spcBef>
          <a:spcPct val="20000"/>
        </a:spcBef>
        <a:spcAft>
          <a:spcPct val="0"/>
        </a:spcAft>
        <a:buChar char="–"/>
        <a:defRPr kumimoji="1" sz="2800">
          <a:solidFill>
            <a:schemeClr val="tx1"/>
          </a:solidFill>
          <a:latin typeface="+mn-lt"/>
          <a:ea typeface="+mn-ea"/>
        </a:defRPr>
      </a:lvl2pPr>
      <a:lvl3pPr marL="1141413" indent="-227013" algn="l" rtl="0" eaLnBrk="0" fontAlgn="base" latinLnBrk="1" hangingPunct="0">
        <a:spcBef>
          <a:spcPct val="20000"/>
        </a:spcBef>
        <a:spcAft>
          <a:spcPct val="0"/>
        </a:spcAft>
        <a:buClr>
          <a:schemeClr val="accent1"/>
        </a:buClr>
        <a:buChar char="•"/>
        <a:defRPr kumimoji="1" sz="2400">
          <a:solidFill>
            <a:schemeClr val="tx1"/>
          </a:solidFill>
          <a:latin typeface="+mn-lt"/>
          <a:ea typeface="+mn-ea"/>
        </a:defRPr>
      </a:lvl3pPr>
      <a:lvl4pPr marL="1598613" indent="-227013" algn="l" rtl="0" eaLnBrk="0" fontAlgn="base" latinLnBrk="1" hangingPunct="0">
        <a:spcBef>
          <a:spcPct val="20000"/>
        </a:spcBef>
        <a:spcAft>
          <a:spcPct val="0"/>
        </a:spcAft>
        <a:buChar char="–"/>
        <a:defRPr kumimoji="1" sz="2000">
          <a:solidFill>
            <a:schemeClr val="tx1"/>
          </a:solidFill>
          <a:latin typeface="+mn-lt"/>
          <a:ea typeface="+mn-ea"/>
        </a:defRPr>
      </a:lvl4pPr>
      <a:lvl5pPr marL="2055813" indent="-228600" algn="l" rtl="0" eaLnBrk="0" fontAlgn="base" latinLnBrk="1" hangingPunct="0">
        <a:spcBef>
          <a:spcPct val="20000"/>
        </a:spcBef>
        <a:spcAft>
          <a:spcPct val="0"/>
        </a:spcAft>
        <a:buClr>
          <a:schemeClr val="accent1"/>
        </a:buClr>
        <a:buChar char="•"/>
        <a:defRPr kumimoji="1" sz="2000">
          <a:solidFill>
            <a:schemeClr val="tx1"/>
          </a:solidFill>
          <a:latin typeface="+mn-lt"/>
          <a:ea typeface="+mn-ea"/>
        </a:defRPr>
      </a:lvl5pPr>
      <a:lvl6pPr marL="2513694" indent="-230104" algn="l" rtl="0" fontAlgn="base" latinLnBrk="1">
        <a:spcBef>
          <a:spcPct val="20000"/>
        </a:spcBef>
        <a:spcAft>
          <a:spcPct val="0"/>
        </a:spcAft>
        <a:buClr>
          <a:schemeClr val="accent1"/>
        </a:buClr>
        <a:buChar char="•"/>
        <a:defRPr kumimoji="1" sz="2000">
          <a:solidFill>
            <a:schemeClr val="tx1"/>
          </a:solidFill>
          <a:latin typeface="+mn-lt"/>
          <a:ea typeface="+mn-ea"/>
        </a:defRPr>
      </a:lvl6pPr>
      <a:lvl7pPr marL="2970728" indent="-230104" algn="l" rtl="0" fontAlgn="base" latinLnBrk="1">
        <a:spcBef>
          <a:spcPct val="20000"/>
        </a:spcBef>
        <a:spcAft>
          <a:spcPct val="0"/>
        </a:spcAft>
        <a:buClr>
          <a:schemeClr val="accent1"/>
        </a:buClr>
        <a:buChar char="•"/>
        <a:defRPr kumimoji="1" sz="2000">
          <a:solidFill>
            <a:schemeClr val="tx1"/>
          </a:solidFill>
          <a:latin typeface="+mn-lt"/>
          <a:ea typeface="+mn-ea"/>
        </a:defRPr>
      </a:lvl7pPr>
      <a:lvl8pPr marL="3427764" indent="-230104" algn="l" rtl="0" fontAlgn="base" latinLnBrk="1">
        <a:spcBef>
          <a:spcPct val="20000"/>
        </a:spcBef>
        <a:spcAft>
          <a:spcPct val="0"/>
        </a:spcAft>
        <a:buClr>
          <a:schemeClr val="accent1"/>
        </a:buClr>
        <a:buChar char="•"/>
        <a:defRPr kumimoji="1" sz="2000">
          <a:solidFill>
            <a:schemeClr val="tx1"/>
          </a:solidFill>
          <a:latin typeface="+mn-lt"/>
          <a:ea typeface="+mn-ea"/>
        </a:defRPr>
      </a:lvl8pPr>
      <a:lvl9pPr marL="3884798" indent="-230104" algn="l" rtl="0" fontAlgn="base" latinLnBrk="1">
        <a:spcBef>
          <a:spcPct val="20000"/>
        </a:spcBef>
        <a:spcAft>
          <a:spcPct val="0"/>
        </a:spcAft>
        <a:buClr>
          <a:schemeClr val="accent1"/>
        </a:buClr>
        <a:buChar char="•"/>
        <a:defRPr kumimoji="1" sz="2000">
          <a:solidFill>
            <a:schemeClr val="tx1"/>
          </a:solidFill>
          <a:latin typeface="+mn-lt"/>
          <a:ea typeface="+mn-ea"/>
        </a:defRPr>
      </a:lvl9pPr>
    </p:bodyStyle>
    <p:otherStyle>
      <a:defPPr>
        <a:defRPr lang="ko-KR"/>
      </a:defPPr>
      <a:lvl1pPr marL="0" algn="l" defTabSz="914070" rtl="0" eaLnBrk="1" latinLnBrk="1" hangingPunct="1">
        <a:defRPr sz="1800" kern="1200">
          <a:solidFill>
            <a:schemeClr val="tx1"/>
          </a:solidFill>
          <a:latin typeface="+mn-lt"/>
          <a:ea typeface="+mn-ea"/>
          <a:cs typeface="+mn-cs"/>
        </a:defRPr>
      </a:lvl1pPr>
      <a:lvl2pPr marL="457034" algn="l" defTabSz="914070" rtl="0" eaLnBrk="1" latinLnBrk="1" hangingPunct="1">
        <a:defRPr sz="1800" kern="1200">
          <a:solidFill>
            <a:schemeClr val="tx1"/>
          </a:solidFill>
          <a:latin typeface="+mn-lt"/>
          <a:ea typeface="+mn-ea"/>
          <a:cs typeface="+mn-cs"/>
        </a:defRPr>
      </a:lvl2pPr>
      <a:lvl3pPr marL="914070" algn="l" defTabSz="914070" rtl="0" eaLnBrk="1" latinLnBrk="1" hangingPunct="1">
        <a:defRPr sz="1800" kern="1200">
          <a:solidFill>
            <a:schemeClr val="tx1"/>
          </a:solidFill>
          <a:latin typeface="+mn-lt"/>
          <a:ea typeface="+mn-ea"/>
          <a:cs typeface="+mn-cs"/>
        </a:defRPr>
      </a:lvl3pPr>
      <a:lvl4pPr marL="1371106" algn="l" defTabSz="914070" rtl="0" eaLnBrk="1" latinLnBrk="1" hangingPunct="1">
        <a:defRPr sz="1800" kern="1200">
          <a:solidFill>
            <a:schemeClr val="tx1"/>
          </a:solidFill>
          <a:latin typeface="+mn-lt"/>
          <a:ea typeface="+mn-ea"/>
          <a:cs typeface="+mn-cs"/>
        </a:defRPr>
      </a:lvl4pPr>
      <a:lvl5pPr marL="1828140" algn="l" defTabSz="914070" rtl="0" eaLnBrk="1" latinLnBrk="1" hangingPunct="1">
        <a:defRPr sz="1800" kern="1200">
          <a:solidFill>
            <a:schemeClr val="tx1"/>
          </a:solidFill>
          <a:latin typeface="+mn-lt"/>
          <a:ea typeface="+mn-ea"/>
          <a:cs typeface="+mn-cs"/>
        </a:defRPr>
      </a:lvl5pPr>
      <a:lvl6pPr marL="2285176" algn="l" defTabSz="914070" rtl="0" eaLnBrk="1" latinLnBrk="1" hangingPunct="1">
        <a:defRPr sz="1800" kern="1200">
          <a:solidFill>
            <a:schemeClr val="tx1"/>
          </a:solidFill>
          <a:latin typeface="+mn-lt"/>
          <a:ea typeface="+mn-ea"/>
          <a:cs typeface="+mn-cs"/>
        </a:defRPr>
      </a:lvl6pPr>
      <a:lvl7pPr marL="2742211" algn="l" defTabSz="914070" rtl="0" eaLnBrk="1" latinLnBrk="1" hangingPunct="1">
        <a:defRPr sz="1800" kern="1200">
          <a:solidFill>
            <a:schemeClr val="tx1"/>
          </a:solidFill>
          <a:latin typeface="+mn-lt"/>
          <a:ea typeface="+mn-ea"/>
          <a:cs typeface="+mn-cs"/>
        </a:defRPr>
      </a:lvl7pPr>
      <a:lvl8pPr marL="3199246" algn="l" defTabSz="914070" rtl="0" eaLnBrk="1" latinLnBrk="1" hangingPunct="1">
        <a:defRPr sz="1800" kern="1200">
          <a:solidFill>
            <a:schemeClr val="tx1"/>
          </a:solidFill>
          <a:latin typeface="+mn-lt"/>
          <a:ea typeface="+mn-ea"/>
          <a:cs typeface="+mn-cs"/>
        </a:defRPr>
      </a:lvl8pPr>
      <a:lvl9pPr marL="3656281" algn="l" defTabSz="914070" rtl="0" eaLnBrk="1" latinLnBrk="1"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p:nvSpPr>
        <p:spPr bwMode="gray">
          <a:xfrm>
            <a:off x="4448175" y="6640513"/>
            <a:ext cx="10096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73951" tIns="36976" rIns="73951" bIns="36976">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8E0540FA-8777-4F79-A5C0-6CE94A47F9D7}" type="slidenum">
              <a:rPr kumimoji="0" lang="en-US" altLang="ko-KR" sz="923" smtClean="0">
                <a:solidFill>
                  <a:prstClr val="black">
                    <a:lumMod val="65000"/>
                    <a:lumOff val="35000"/>
                  </a:prstClr>
                </a:solidFill>
                <a:latin typeface="맑은 고딕"/>
                <a:ea typeface="-윤고딕330" pitchFamily="18" charset="-127"/>
                <a:cs typeface="산돌고딕 L"/>
              </a:rPr>
              <a:pPr algn="ctr" fontAlgn="auto">
                <a:spcBef>
                  <a:spcPts val="0"/>
                </a:spcBef>
                <a:spcAft>
                  <a:spcPts val="0"/>
                </a:spcAft>
                <a:defRPr/>
              </a:pPr>
              <a:t>‹#›</a:t>
            </a:fld>
            <a:endParaRPr kumimoji="0" lang="en-US" altLang="ko-KR" sz="923">
              <a:solidFill>
                <a:prstClr val="black">
                  <a:lumMod val="65000"/>
                  <a:lumOff val="35000"/>
                </a:prstClr>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08" r:id="rId1"/>
    <p:sldLayoutId id="2147484609" r:id="rId2"/>
  </p:sldLayoutIdLst>
  <p:hf hdr="0" ftr="0" dt="0"/>
  <p:txStyles>
    <p:titleStyle>
      <a:lvl1pPr algn="ctr" rtl="0" eaLnBrk="0" fontAlgn="base" latinLnBrk="1" hangingPunct="0">
        <a:spcBef>
          <a:spcPct val="0"/>
        </a:spcBef>
        <a:spcAft>
          <a:spcPct val="0"/>
        </a:spcAft>
        <a:defRPr sz="4000" kern="1200">
          <a:solidFill>
            <a:schemeClr val="tx1"/>
          </a:solidFill>
          <a:latin typeface="+mj-lt"/>
          <a:ea typeface="+mj-ea"/>
          <a:cs typeface="+mj-cs"/>
        </a:defRPr>
      </a:lvl1pPr>
      <a:lvl2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5pPr>
      <a:lvl6pPr marL="422041" algn="ctr" rtl="0" fontAlgn="base" latinLnBrk="1">
        <a:spcBef>
          <a:spcPct val="0"/>
        </a:spcBef>
        <a:spcAft>
          <a:spcPct val="0"/>
        </a:spcAft>
        <a:defRPr sz="4062">
          <a:solidFill>
            <a:schemeClr val="tx1"/>
          </a:solidFill>
          <a:latin typeface="맑은 고딕" pitchFamily="50" charset="-127"/>
          <a:ea typeface="맑은 고딕" pitchFamily="50" charset="-127"/>
        </a:defRPr>
      </a:lvl6pPr>
      <a:lvl7pPr marL="844083" algn="ctr" rtl="0" fontAlgn="base" latinLnBrk="1">
        <a:spcBef>
          <a:spcPct val="0"/>
        </a:spcBef>
        <a:spcAft>
          <a:spcPct val="0"/>
        </a:spcAft>
        <a:defRPr sz="4062">
          <a:solidFill>
            <a:schemeClr val="tx1"/>
          </a:solidFill>
          <a:latin typeface="맑은 고딕" pitchFamily="50" charset="-127"/>
          <a:ea typeface="맑은 고딕" pitchFamily="50" charset="-127"/>
        </a:defRPr>
      </a:lvl7pPr>
      <a:lvl8pPr marL="1266124" algn="ctr" rtl="0" fontAlgn="base" latinLnBrk="1">
        <a:spcBef>
          <a:spcPct val="0"/>
        </a:spcBef>
        <a:spcAft>
          <a:spcPct val="0"/>
        </a:spcAft>
        <a:defRPr sz="4062">
          <a:solidFill>
            <a:schemeClr val="tx1"/>
          </a:solidFill>
          <a:latin typeface="맑은 고딕" pitchFamily="50" charset="-127"/>
          <a:ea typeface="맑은 고딕" pitchFamily="50" charset="-127"/>
        </a:defRPr>
      </a:lvl8pPr>
      <a:lvl9pPr marL="1688165" algn="ctr" rtl="0" fontAlgn="base" latinLnBrk="1">
        <a:spcBef>
          <a:spcPct val="0"/>
        </a:spcBef>
        <a:spcAft>
          <a:spcPct val="0"/>
        </a:spcAft>
        <a:defRPr sz="4062">
          <a:solidFill>
            <a:schemeClr val="tx1"/>
          </a:solidFill>
          <a:latin typeface="맑은 고딕" pitchFamily="50" charset="-127"/>
          <a:ea typeface="맑은 고딕" pitchFamily="50" charset="-127"/>
        </a:defRPr>
      </a:lvl9pPr>
    </p:titleStyle>
    <p:bodyStyle>
      <a:lvl1pPr marL="315913" indent="-315913" algn="l" rtl="0" eaLnBrk="0" fontAlgn="base" latinLnBrk="1"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1pPr>
      <a:lvl2pPr marL="685800" indent="-263525" algn="l" rtl="0" eaLnBrk="0" fontAlgn="base" latinLnBrk="1" hangingPunct="0">
        <a:spcBef>
          <a:spcPct val="20000"/>
        </a:spcBef>
        <a:spcAft>
          <a:spcPct val="0"/>
        </a:spcAft>
        <a:buFont typeface="Arial" panose="020B0604020202020204" pitchFamily="34" charset="0"/>
        <a:buChar char="–"/>
        <a:defRPr sz="2500" kern="1200">
          <a:solidFill>
            <a:schemeClr val="tx1"/>
          </a:solidFill>
          <a:latin typeface="+mn-lt"/>
          <a:ea typeface="+mn-ea"/>
          <a:cs typeface="+mn-cs"/>
        </a:defRPr>
      </a:lvl2pPr>
      <a:lvl3pPr marL="1054100" indent="-209550" algn="l" rtl="0" eaLnBrk="0" fontAlgn="base" latinLnBrk="1"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3pPr>
      <a:lvl4pPr marL="1476375"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4pPr>
      <a:lvl5pPr marL="1898650"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5pPr>
      <a:lvl6pPr marL="2321227"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userDrawn="1"/>
        </p:nvSpPr>
        <p:spPr bwMode="gray">
          <a:xfrm>
            <a:off x="4448175" y="6640513"/>
            <a:ext cx="1009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80114" tIns="40057" rIns="80114" bIns="40057">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85EF4213-695E-4C7A-9B6B-A3F3AB234D2D}" type="slidenum">
              <a:rPr kumimoji="0" lang="en-US" altLang="ko-KR" sz="1000" smtClean="0">
                <a:solidFill>
                  <a:prstClr val="black"/>
                </a:solidFill>
                <a:latin typeface="맑은 고딕"/>
                <a:ea typeface="-윤고딕330" pitchFamily="18" charset="-127"/>
                <a:cs typeface="산돌고딕 L"/>
              </a:rPr>
              <a:pPr algn="ctr" fontAlgn="auto">
                <a:spcBef>
                  <a:spcPts val="0"/>
                </a:spcBef>
                <a:spcAft>
                  <a:spcPts val="0"/>
                </a:spcAft>
                <a:defRPr/>
              </a:pPr>
              <a:t>‹#›</a:t>
            </a:fld>
            <a:endParaRPr kumimoji="0" lang="en-US" altLang="ko-KR" sz="1000">
              <a:solidFill>
                <a:prstClr val="black"/>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10" r:id="rId1"/>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슬라이드 번호 개체 틀 3"/>
          <p:cNvSpPr txBox="1">
            <a:spLocks/>
          </p:cNvSpPr>
          <p:nvPr userDrawn="1"/>
        </p:nvSpPr>
        <p:spPr>
          <a:xfrm>
            <a:off x="4508500" y="6694488"/>
            <a:ext cx="863600" cy="119062"/>
          </a:xfrm>
          <a:prstGeom prst="rect">
            <a:avLst/>
          </a:prstGeom>
        </p:spPr>
        <p:txBody>
          <a:bodyPr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fld id="{C6E8F611-2AE9-47E6-8C02-00FCF440BBB7}" type="slidenum">
              <a:rPr kumimoji="0" lang="ko-KR" altLang="en-US" sz="900" smtClean="0">
                <a:solidFill>
                  <a:prstClr val="black"/>
                </a:solidFill>
              </a:rPr>
              <a:pPr algn="ctr" fontAlgn="auto">
                <a:spcBef>
                  <a:spcPts val="0"/>
                </a:spcBef>
                <a:spcAft>
                  <a:spcPts val="0"/>
                </a:spcAft>
                <a:defRPr/>
              </a:pPr>
              <a:t>‹#›</a:t>
            </a:fld>
            <a:endParaRPr kumimoji="0" lang="ko-KR" altLang="en-US" sz="900">
              <a:solidFill>
                <a:prstClr val="black"/>
              </a:solidFill>
            </a:endParaRPr>
          </a:p>
        </p:txBody>
      </p:sp>
      <p:cxnSp>
        <p:nvCxnSpPr>
          <p:cNvPr id="3" name="직선 연결선 2"/>
          <p:cNvCxnSpPr/>
          <p:nvPr userDrawn="1"/>
        </p:nvCxnSpPr>
        <p:spPr>
          <a:xfrm>
            <a:off x="57150" y="549275"/>
            <a:ext cx="97917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11" r:id="rId1"/>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userDrawn="1"/>
        </p:nvSpPr>
        <p:spPr bwMode="gray">
          <a:xfrm>
            <a:off x="4448175" y="6640513"/>
            <a:ext cx="10096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73951" tIns="36976" rIns="73951" bIns="36976">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9676B903-12F0-47A3-A460-847A4381F045}" type="slidenum">
              <a:rPr kumimoji="0" lang="en-US" altLang="ko-KR" sz="923" b="1" smtClean="0">
                <a:solidFill>
                  <a:prstClr val="black">
                    <a:lumMod val="65000"/>
                    <a:lumOff val="35000"/>
                  </a:prstClr>
                </a:solidFill>
                <a:latin typeface="맑은 고딕"/>
                <a:ea typeface="-윤고딕330" pitchFamily="18" charset="-127"/>
                <a:cs typeface="산돌고딕 L"/>
              </a:rPr>
              <a:pPr algn="ctr" fontAlgn="auto">
                <a:spcBef>
                  <a:spcPts val="0"/>
                </a:spcBef>
                <a:spcAft>
                  <a:spcPts val="0"/>
                </a:spcAft>
                <a:defRPr/>
              </a:pPr>
              <a:t>‹#›</a:t>
            </a:fld>
            <a:endParaRPr kumimoji="0" lang="en-US" altLang="ko-KR" sz="923" b="1">
              <a:solidFill>
                <a:prstClr val="black">
                  <a:lumMod val="65000"/>
                  <a:lumOff val="35000"/>
                </a:prstClr>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12" r:id="rId1"/>
  </p:sldLayoutIdLst>
  <p:hf hdr="0" ftr="0" dt="0"/>
  <p:txStyles>
    <p:titleStyle>
      <a:lvl1pPr algn="ctr" rtl="0" eaLnBrk="0" fontAlgn="base" latinLnBrk="1" hangingPunct="0">
        <a:spcBef>
          <a:spcPct val="0"/>
        </a:spcBef>
        <a:spcAft>
          <a:spcPct val="0"/>
        </a:spcAft>
        <a:defRPr sz="4000" kern="1200">
          <a:solidFill>
            <a:schemeClr val="tx1"/>
          </a:solidFill>
          <a:latin typeface="+mj-lt"/>
          <a:ea typeface="+mj-ea"/>
          <a:cs typeface="+mj-cs"/>
        </a:defRPr>
      </a:lvl1pPr>
      <a:lvl2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5pPr>
      <a:lvl6pPr marL="422041" algn="ctr" rtl="0" fontAlgn="base" latinLnBrk="1">
        <a:spcBef>
          <a:spcPct val="0"/>
        </a:spcBef>
        <a:spcAft>
          <a:spcPct val="0"/>
        </a:spcAft>
        <a:defRPr sz="4062">
          <a:solidFill>
            <a:schemeClr val="tx1"/>
          </a:solidFill>
          <a:latin typeface="맑은 고딕" pitchFamily="50" charset="-127"/>
          <a:ea typeface="맑은 고딕" pitchFamily="50" charset="-127"/>
        </a:defRPr>
      </a:lvl6pPr>
      <a:lvl7pPr marL="844083" algn="ctr" rtl="0" fontAlgn="base" latinLnBrk="1">
        <a:spcBef>
          <a:spcPct val="0"/>
        </a:spcBef>
        <a:spcAft>
          <a:spcPct val="0"/>
        </a:spcAft>
        <a:defRPr sz="4062">
          <a:solidFill>
            <a:schemeClr val="tx1"/>
          </a:solidFill>
          <a:latin typeface="맑은 고딕" pitchFamily="50" charset="-127"/>
          <a:ea typeface="맑은 고딕" pitchFamily="50" charset="-127"/>
        </a:defRPr>
      </a:lvl7pPr>
      <a:lvl8pPr marL="1266124" algn="ctr" rtl="0" fontAlgn="base" latinLnBrk="1">
        <a:spcBef>
          <a:spcPct val="0"/>
        </a:spcBef>
        <a:spcAft>
          <a:spcPct val="0"/>
        </a:spcAft>
        <a:defRPr sz="4062">
          <a:solidFill>
            <a:schemeClr val="tx1"/>
          </a:solidFill>
          <a:latin typeface="맑은 고딕" pitchFamily="50" charset="-127"/>
          <a:ea typeface="맑은 고딕" pitchFamily="50" charset="-127"/>
        </a:defRPr>
      </a:lvl8pPr>
      <a:lvl9pPr marL="1688165" algn="ctr" rtl="0" fontAlgn="base" latinLnBrk="1">
        <a:spcBef>
          <a:spcPct val="0"/>
        </a:spcBef>
        <a:spcAft>
          <a:spcPct val="0"/>
        </a:spcAft>
        <a:defRPr sz="4062">
          <a:solidFill>
            <a:schemeClr val="tx1"/>
          </a:solidFill>
          <a:latin typeface="맑은 고딕" pitchFamily="50" charset="-127"/>
          <a:ea typeface="맑은 고딕" pitchFamily="50" charset="-127"/>
        </a:defRPr>
      </a:lvl9pPr>
    </p:titleStyle>
    <p:bodyStyle>
      <a:lvl1pPr marL="315913" indent="-315913" algn="l" rtl="0" eaLnBrk="0" fontAlgn="base" latinLnBrk="1"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1pPr>
      <a:lvl2pPr marL="685800" indent="-263525" algn="l" rtl="0" eaLnBrk="0" fontAlgn="base" latinLnBrk="1" hangingPunct="0">
        <a:spcBef>
          <a:spcPct val="20000"/>
        </a:spcBef>
        <a:spcAft>
          <a:spcPct val="0"/>
        </a:spcAft>
        <a:buFont typeface="Arial" panose="020B0604020202020204" pitchFamily="34" charset="0"/>
        <a:buChar char="–"/>
        <a:defRPr sz="2500" kern="1200">
          <a:solidFill>
            <a:schemeClr val="tx1"/>
          </a:solidFill>
          <a:latin typeface="+mn-lt"/>
          <a:ea typeface="+mn-ea"/>
          <a:cs typeface="+mn-cs"/>
        </a:defRPr>
      </a:lvl2pPr>
      <a:lvl3pPr marL="1054100" indent="-209550" algn="l" rtl="0" eaLnBrk="0" fontAlgn="base" latinLnBrk="1"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3pPr>
      <a:lvl4pPr marL="1476375"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4pPr>
      <a:lvl5pPr marL="1898650"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5pPr>
      <a:lvl6pPr marL="2321227"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275" y="1492909"/>
            <a:ext cx="2735262" cy="307777"/>
          </a:xfrm>
          <a:prstGeom prst="rect">
            <a:avLst/>
          </a:prstGeom>
          <a:noFill/>
        </p:spPr>
        <p:txBody>
          <a:bodyPr>
            <a:spAutoFit/>
          </a:bodyPr>
          <a:lstStyle/>
          <a:p>
            <a:pPr>
              <a:defRPr/>
            </a:pPr>
            <a:r>
              <a:rPr lang="en-US" altLang="en-US" sz="800" b="1" dirty="0">
                <a:latin typeface="맑은 고딕" panose="020B0503020000020004" pitchFamily="50" charset="-127"/>
                <a:ea typeface="맑은 고딕" panose="020B0503020000020004" pitchFamily="50" charset="-127"/>
              </a:rPr>
              <a:t>□ Purpose</a:t>
            </a:r>
          </a:p>
        </p:txBody>
      </p:sp>
      <p:sp>
        <p:nvSpPr>
          <p:cNvPr id="6" name="TextBox 5"/>
          <p:cNvSpPr txBox="1"/>
          <p:nvPr/>
        </p:nvSpPr>
        <p:spPr>
          <a:xfrm>
            <a:off x="64044" y="132654"/>
            <a:ext cx="3919235" cy="369332"/>
          </a:xfrm>
          <a:prstGeom prst="rect">
            <a:avLst/>
          </a:prstGeom>
          <a:noFill/>
        </p:spPr>
        <p:txBody>
          <a:bodyPr wrap="square" rtlCol="0">
            <a:spAutoFit/>
          </a:bodyPr>
          <a:lstStyle/>
          <a:p>
            <a:r>
              <a:rPr lang="en-US" altLang="ko-KR" sz="900" b="1" dirty="0">
                <a:latin typeface="맑은 고딕" panose="020B0503020000020004" pitchFamily="50" charset="-127"/>
                <a:ea typeface="맑은 고딕" panose="020B0503020000020004" pitchFamily="50" charset="-127"/>
              </a:rPr>
              <a:t>1</a:t>
            </a:r>
            <a:r>
              <a:rPr lang="en-US" altLang="ko-KR" sz="900" b="1" dirty="0">
                <a:latin typeface="맑은 고딕" panose="020B0503020000020004" pitchFamily="50" charset="-127"/>
                <a:ea typeface="맑은 고딕" panose="020B0503020000020004" pitchFamily="50" charset="-127"/>
              </a:rPr>
              <a:t>. </a:t>
            </a:r>
            <a:r>
              <a:rPr lang="en-US" altLang="ko-KR" sz="900" b="1" dirty="0">
                <a:latin typeface="맑은 고딕" panose="020B0503020000020004" pitchFamily="50" charset="-127"/>
                <a:ea typeface="맑은 고딕" panose="020B0503020000020004" pitchFamily="50" charset="-127"/>
              </a:rPr>
              <a:t>Overview of the Serious Accidents Punishment Act</a:t>
            </a:r>
            <a:endParaRPr lang="ko-KR" altLang="en-US" sz="1800" b="1" dirty="0">
              <a:latin typeface="맑은 고딕" panose="020B0503020000020004" pitchFamily="50" charset="-127"/>
              <a:ea typeface="맑은 고딕" panose="020B0503020000020004" pitchFamily="50" charset="-127"/>
            </a:endParaRPr>
          </a:p>
        </p:txBody>
      </p:sp>
      <p:sp>
        <p:nvSpPr>
          <p:cNvPr id="45" name="TextBox 44"/>
          <p:cNvSpPr txBox="1"/>
          <p:nvPr/>
        </p:nvSpPr>
        <p:spPr>
          <a:xfrm>
            <a:off x="628380" y="1807566"/>
            <a:ext cx="9149155" cy="1020216"/>
          </a:xfrm>
          <a:prstGeom prst="rect">
            <a:avLst/>
          </a:prstGeom>
          <a:noFill/>
        </p:spPr>
        <p:txBody>
          <a:bodyPr wrap="square" rtlCol="0">
            <a:spAutoFit/>
          </a:bodyPr>
          <a:lstStyle/>
          <a:p>
            <a:pPr>
              <a:lnSpc>
                <a:spcPct val="150000"/>
              </a:lnSpc>
            </a:pPr>
            <a:r>
              <a:rPr lang="en-US" altLang="en-US" sz="800" dirty="0">
                <a:latin typeface="맑은 고딕" panose="020B0503020000020004" pitchFamily="50" charset="-127"/>
                <a:ea typeface="맑은 고딕" panose="020B0503020000020004" pitchFamily="50" charset="-127"/>
              </a:rPr>
              <a:t>This Act aims to </a:t>
            </a:r>
            <a:r>
              <a:rPr lang="en-US" altLang="en-US" sz="800" dirty="0" b="1">
                <a:latin typeface="맑은 고딕" panose="020B0503020000020004" pitchFamily="50" charset="-127"/>
                <a:ea typeface="맑은 고딕" panose="020B0503020000020004" pitchFamily="50" charset="-127"/>
              </a:rPr>
              <a:t>prevent serious accidents</a:t>
            </a:r>
            <a:r>
              <a:rPr lang="en-US" altLang="en-US" sz="800" dirty="0">
                <a:latin typeface="맑은 고딕" panose="020B0503020000020004" pitchFamily="50" charset="-127"/>
                <a:ea typeface="맑은 고딕" panose="020B0503020000020004" pitchFamily="50" charset="-127"/>
              </a:rPr>
              <a:t> and protect the lives and physical safety of citizens and </a:t>
            </a:r>
            <a:r>
              <a:rPr lang="en-US" altLang="en-US" sz="800" dirty="0" b="1">
                <a:latin typeface="맑은 고딕" panose="020B0503020000020004" pitchFamily="50" charset="-127"/>
                <a:ea typeface="맑은 고딕" panose="020B0503020000020004" pitchFamily="50" charset="-127"/>
              </a:rPr>
              <a:t>workers</a:t>
            </a:r>
            <a:r>
              <a:rPr lang="en-US" altLang="en-US" sz="800" dirty="0">
                <a:latin typeface="맑은 고딕" panose="020B0503020000020004" pitchFamily="50" charset="-127"/>
                <a:ea typeface="맑은 고딕" panose="020B0503020000020004" pitchFamily="50" charset="-127"/>
              </a:rPr>
              <a:t> by prescribing </a:t>
            </a:r>
            <a:r>
              <a:rPr lang="en-US" altLang="en-US" sz="800" dirty="0" b="1">
                <a:latin typeface="맑은 고딕" panose="020B0503020000020004" pitchFamily="50" charset="-127"/>
                <a:ea typeface="맑은 고딕" panose="020B0503020000020004" pitchFamily="50" charset="-127"/>
              </a:rPr>
              <a:t>punishment</a:t>
            </a:r>
            <a:r>
              <a:rPr lang="en-US" altLang="en-US" sz="800" dirty="0">
                <a:latin typeface="맑은 고딕" panose="020B0503020000020004" pitchFamily="50" charset="-127"/>
                <a:ea typeface="맑은 고딕" panose="020B0503020000020004" pitchFamily="50" charset="-127"/>
              </a:rPr>
              <a:t> for </a:t>
            </a:r>
            <a:r>
              <a:rPr lang="en-US" altLang="en-US" sz="800" dirty="0" b="1">
                <a:latin typeface="맑은 고딕" panose="020B0503020000020004" pitchFamily="50" charset="-127"/>
                <a:ea typeface="맑은 고딕" panose="020B0503020000020004" pitchFamily="50" charset="-127"/>
              </a:rPr>
              <a:t>business owners, responsible managing officers</a:t>
            </a:r>
            <a:r>
              <a:rPr lang="en-US" altLang="en-US" sz="800" dirty="0">
                <a:latin typeface="맑은 고딕" panose="020B0503020000020004" pitchFamily="50" charset="-127"/>
                <a:ea typeface="맑은 고딕" panose="020B0503020000020004" pitchFamily="50" charset="-127"/>
              </a:rPr>
              <a:t>, </a:t>
            </a:r>
            <a:r>
              <a:rPr lang="en-US" altLang="en-US" sz="800" dirty="0" b="1">
                <a:latin typeface="맑은 고딕" panose="020B0503020000020004" pitchFamily="50" charset="-127"/>
                <a:ea typeface="맑은 고딕" panose="020B0503020000020004" pitchFamily="50" charset="-127"/>
              </a:rPr>
              <a:t>public officials, and corporations</a:t>
            </a:r>
            <a:r>
              <a:rPr lang="en-US" altLang="en-US" sz="800" dirty="0">
                <a:latin typeface="맑은 고딕" panose="020B0503020000020004" pitchFamily="50" charset="-127"/>
                <a:ea typeface="맑은 고딕" panose="020B0503020000020004" pitchFamily="50" charset="-127"/>
              </a:rPr>
              <a:t> that cause casualties by violating </a:t>
            </a:r>
            <a:r>
              <a:rPr lang="en-US" altLang="en-US" sz="800" dirty="0" b="1">
                <a:latin typeface="맑은 고딕" panose="020B0503020000020004" pitchFamily="50" charset="-127"/>
                <a:ea typeface="맑은 고딕" panose="020B0503020000020004" pitchFamily="50" charset="-127"/>
              </a:rPr>
              <a:t>safety and health</a:t>
            </a:r>
            <a:r>
              <a:rPr lang="en-US" altLang="en-US" sz="800" dirty="0" b="1">
                <a:latin typeface="맑은 고딕" panose="020B0503020000020004" pitchFamily="50" charset="-127"/>
                <a:ea typeface="맑은 고딕" panose="020B0503020000020004" pitchFamily="50" charset="-127"/>
              </a:rPr>
              <a:t> measures duties</a:t>
            </a:r>
            <a:r>
              <a:rPr lang="en-US" altLang="en-US" sz="800" dirty="0">
                <a:latin typeface="맑은 고딕" panose="020B0503020000020004" pitchFamily="50" charset="-127"/>
                <a:ea typeface="맑은 고딕" panose="020B0503020000020004" pitchFamily="50" charset="-127"/>
              </a:rPr>
              <a:t> while operating a business or place of business, public-use facilities, or public transportation vehicles, or handling raw materials or products harmful to the human body.</a:t>
            </a:r>
            <a:endParaRPr lang="ko-KR" altLang="en-US" sz="1400" dirty="0">
              <a:latin typeface="맑은 고딕" panose="020B0503020000020004" pitchFamily="50" charset="-127"/>
              <a:ea typeface="맑은 고딕" panose="020B0503020000020004" pitchFamily="50" charset="-127"/>
            </a:endParaRPr>
          </a:p>
        </p:txBody>
      </p:sp>
      <p:sp>
        <p:nvSpPr>
          <p:cNvPr id="58" name="TextBox 57">
            <a:extLst>
              <a:ext uri="{FF2B5EF4-FFF2-40B4-BE49-F238E27FC236}">
                <a16:creationId xmlns:a16="http://schemas.microsoft.com/office/drawing/2014/main" id="{5A2F27FB-74F2-4C78-A8A7-D221E14ADE0A}"/>
              </a:ext>
            </a:extLst>
          </p:cNvPr>
          <p:cNvSpPr txBox="1"/>
          <p:nvPr/>
        </p:nvSpPr>
        <p:spPr>
          <a:xfrm>
            <a:off x="5529064" y="3429000"/>
            <a:ext cx="2735262" cy="307777"/>
          </a:xfrm>
          <a:prstGeom prst="rect">
            <a:avLst/>
          </a:prstGeom>
          <a:noFill/>
        </p:spPr>
        <p:txBody>
          <a:bodyPr>
            <a:spAutoFit/>
          </a:bodyPr>
          <a:lstStyle/>
          <a:p>
            <a:pPr>
              <a:defRPr/>
            </a:pPr>
            <a:r>
              <a:rPr lang="en-US" altLang="en-US" sz="800" b="1" dirty="0">
                <a:latin typeface="맑은 고딕" panose="020B0503020000020004" pitchFamily="50" charset="-127"/>
                <a:ea typeface="맑은 고딕" panose="020B0503020000020004" pitchFamily="50" charset="-127"/>
              </a:rPr>
              <a:t>□ Workers</a:t>
            </a:r>
          </a:p>
        </p:txBody>
      </p:sp>
      <p:sp>
        <p:nvSpPr>
          <p:cNvPr id="63" name="TextBox 62">
            <a:extLst>
              <a:ext uri="{FF2B5EF4-FFF2-40B4-BE49-F238E27FC236}">
                <a16:creationId xmlns:a16="http://schemas.microsoft.com/office/drawing/2014/main" id="{8FC59D16-129E-4B71-B911-7CA354B496EA}"/>
              </a:ext>
            </a:extLst>
          </p:cNvPr>
          <p:cNvSpPr txBox="1"/>
          <p:nvPr/>
        </p:nvSpPr>
        <p:spPr>
          <a:xfrm>
            <a:off x="628380" y="3432880"/>
            <a:ext cx="2735262" cy="307777"/>
          </a:xfrm>
          <a:prstGeom prst="rect">
            <a:avLst/>
          </a:prstGeom>
          <a:noFill/>
        </p:spPr>
        <p:txBody>
          <a:bodyPr>
            <a:spAutoFit/>
          </a:bodyPr>
          <a:lstStyle/>
          <a:p>
            <a:pPr>
              <a:defRPr/>
            </a:pPr>
            <a:r>
              <a:rPr lang="en-US" altLang="en-US" sz="800" b="1" dirty="0">
                <a:latin typeface="맑은 고딕" panose="020B0503020000020004" pitchFamily="50" charset="-127"/>
                <a:ea typeface="맑은 고딕" panose="020B0503020000020004" pitchFamily="50" charset="-127"/>
              </a:rPr>
              <a:t>□ Serious Accidents</a:t>
            </a:r>
          </a:p>
        </p:txBody>
      </p:sp>
      <p:sp>
        <p:nvSpPr>
          <p:cNvPr id="19" name="직사각형 18">
            <a:extLst>
              <a:ext uri="{FF2B5EF4-FFF2-40B4-BE49-F238E27FC236}">
                <a16:creationId xmlns:a16="http://schemas.microsoft.com/office/drawing/2014/main" id="{4A7BDC91-9D61-4171-B944-E491217F7F0D}"/>
              </a:ext>
            </a:extLst>
          </p:cNvPr>
          <p:cNvSpPr/>
          <p:nvPr/>
        </p:nvSpPr>
        <p:spPr>
          <a:xfrm>
            <a:off x="5690170" y="3736777"/>
            <a:ext cx="3414170" cy="2312877"/>
          </a:xfrm>
          <a:prstGeom prst="rect">
            <a:avLst/>
          </a:prstGeom>
        </p:spPr>
        <p:txBody>
          <a:bodyPr wrap="square">
            <a:spAutoFit/>
          </a:bodyPr>
          <a:lstStyle/>
          <a:p>
            <a:pPr marL="171450" indent="-171450">
              <a:lnSpc>
                <a:spcPct val="150000"/>
              </a:lnSpc>
              <a:buFont typeface="Wingdings" panose="05000000000000000000" pitchFamily="2" charset="2"/>
              <a:buChar char="§"/>
            </a:pPr>
            <a:r>
              <a:rPr lang="en-US" altLang="en-US" sz="800" b="1" dirty="0">
                <a:solidFill>
                  <a:srgbClr val="FF0000"/>
                </a:solidFill>
                <a:effectLst/>
                <a:latin typeface="맑은 고딕" panose="020B0503020000020004" pitchFamily="50" charset="-127"/>
                <a:ea typeface="맑은 고딕" panose="020B0503020000020004" pitchFamily="50" charset="-127"/>
              </a:rPr>
              <a:t>Employees hired directly</a:t>
            </a:r>
            <a:endParaRPr lang="en-US" altLang="ko-KR" sz="1400" b="1" i="0" dirty="0">
              <a:solidFill>
                <a:srgbClr val="FF0000"/>
              </a:solidFill>
              <a:effectLst/>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800" dirty="0" err="1">
                <a:latin typeface="맑은 고딕" panose="020B0503020000020004" pitchFamily="50" charset="-127"/>
                <a:ea typeface="맑은 고딕" panose="020B0503020000020004" pitchFamily="50" charset="-127"/>
              </a:rPr>
              <a:t>Regardless of the form of </a:t>
            </a:r>
            <a:r>
              <a:rPr lang="en-US" altLang="en-US" sz="800" dirty="0" err="1" b="1">
                <a:latin typeface="맑은 고딕" panose="020B0503020000020004" pitchFamily="50" charset="-127"/>
                <a:ea typeface="맑은 고딕" panose="020B0503020000020004" pitchFamily="50" charset="-127"/>
              </a:rPr>
              <a:t>contract</a:t>
            </a:r>
            <a:r>
              <a:rPr lang="en-US" altLang="en-US" sz="800" dirty="0" err="1">
                <a:latin typeface="맑은 고딕" panose="020B0503020000020004" pitchFamily="50" charset="-127"/>
                <a:ea typeface="맑은 고딕" panose="020B0503020000020004" pitchFamily="50" charset="-127"/>
              </a:rPr>
              <a:t> such as contracting, outsourcing, or entrustment, </a:t>
            </a:r>
            <a:r>
              <a:rPr lang="en-US" altLang="en-US" sz="800" dirty="0" err="1" b="1">
                <a:latin typeface="맑은 고딕" panose="020B0503020000020004" pitchFamily="50" charset="-127"/>
                <a:ea typeface="맑은 고딕" panose="020B0503020000020004" pitchFamily="50" charset="-127"/>
              </a:rPr>
              <a:t>persons who provide labor</a:t>
            </a:r>
            <a:r>
              <a:rPr lang="en-US" altLang="en-US" sz="800" dirty="0" err="1">
                <a:latin typeface="맑은 고딕" panose="020B0503020000020004" pitchFamily="50" charset="-127"/>
                <a:ea typeface="맑은 고딕" panose="020B0503020000020004" pitchFamily="50" charset="-127"/>
              </a:rPr>
              <a:t> for consideration</a:t>
            </a:r>
          </a:p>
          <a:p>
            <a:pPr marL="171450" indent="-171450">
              <a:lnSpc>
                <a:spcPct val="150000"/>
              </a:lnSpc>
              <a:buFont typeface="Wingdings" panose="05000000000000000000" pitchFamily="2" charset="2"/>
              <a:buChar char="§"/>
            </a:pPr>
            <a:r>
              <a:rPr lang="en-US" altLang="en-US" sz="800" dirty="0" b="1">
                <a:latin typeface="맑은 고딕" panose="020B0503020000020004" pitchFamily="50" charset="-127"/>
                <a:ea typeface="맑은 고딕" panose="020B0503020000020004" pitchFamily="50" charset="-127"/>
              </a:rPr>
              <a:t>Contractors</a:t>
            </a:r>
            <a:r>
              <a:rPr lang="en-US" altLang="en-US" sz="800" dirty="0">
                <a:latin typeface="맑은 고딕" panose="020B0503020000020004" pitchFamily="50" charset="-127"/>
                <a:ea typeface="맑은 고딕" panose="020B0503020000020004" pitchFamily="50" charset="-127"/>
              </a:rPr>
              <a:t> and </a:t>
            </a:r>
            <a:r>
              <a:rPr lang="en-US" altLang="en-US" sz="800" dirty="0" b="1">
                <a:latin typeface="맑은 고딕" panose="020B0503020000020004" pitchFamily="50" charset="-127"/>
                <a:ea typeface="맑은 고딕" panose="020B0503020000020004" pitchFamily="50" charset="-127"/>
              </a:rPr>
              <a:t>contractor's employees</a:t>
            </a:r>
            <a:r>
              <a:rPr lang="en-US" altLang="en-US" sz="800" dirty="0">
                <a:latin typeface="맑은 고딕" panose="020B0503020000020004" pitchFamily="50" charset="-127"/>
                <a:ea typeface="맑은 고딕" panose="020B0503020000020004" pitchFamily="50" charset="-127"/>
              </a:rPr>
              <a:t> at each stage, and </a:t>
            </a:r>
            <a:r>
              <a:rPr lang="en-US" altLang="en-US" sz="800" dirty="0" b="1">
                <a:latin typeface="맑은 고딕" panose="020B0503020000020004" pitchFamily="50" charset="-127"/>
                <a:ea typeface="맑은 고딕" panose="020B0503020000020004" pitchFamily="50" charset="-127"/>
              </a:rPr>
              <a:t>persons who provide labor</a:t>
            </a:r>
            <a:r>
              <a:rPr lang="en-US" altLang="en-US" sz="800" dirty="0">
                <a:latin typeface="맑은 고딕" panose="020B0503020000020004" pitchFamily="50" charset="-127"/>
                <a:ea typeface="맑은 고딕" panose="020B0503020000020004" pitchFamily="50" charset="-127"/>
              </a:rPr>
              <a:t> to the contractor for consideration</a:t>
            </a:r>
            <a:endParaRPr lang="ko-KR" altLang="en-US" sz="1400" b="1" i="0" dirty="0">
              <a:effectLst/>
              <a:latin typeface="맑은 고딕" panose="020B0503020000020004" pitchFamily="50" charset="-127"/>
              <a:ea typeface="맑은 고딕" panose="020B0503020000020004" pitchFamily="50" charset="-127"/>
            </a:endParaRPr>
          </a:p>
        </p:txBody>
      </p:sp>
      <p:sp>
        <p:nvSpPr>
          <p:cNvPr id="66" name="직사각형 65">
            <a:extLst>
              <a:ext uri="{FF2B5EF4-FFF2-40B4-BE49-F238E27FC236}">
                <a16:creationId xmlns:a16="http://schemas.microsoft.com/office/drawing/2014/main" id="{0DD7EEBD-9E79-4F11-BCD2-7C1EAF222F68}"/>
              </a:ext>
            </a:extLst>
          </p:cNvPr>
          <p:cNvSpPr/>
          <p:nvPr/>
        </p:nvSpPr>
        <p:spPr>
          <a:xfrm>
            <a:off x="730214" y="3740657"/>
            <a:ext cx="3414170" cy="2312877"/>
          </a:xfrm>
          <a:prstGeom prst="rect">
            <a:avLst/>
          </a:prstGeom>
        </p:spPr>
        <p:txBody>
          <a:bodyPr wrap="square">
            <a:spAutoFit/>
          </a:bodyPr>
          <a:lstStyle/>
          <a:p>
            <a:pPr marL="171450" indent="-171450">
              <a:lnSpc>
                <a:spcPct val="150000"/>
              </a:lnSpc>
              <a:buFont typeface="Wingdings" panose="05000000000000000000" pitchFamily="2" charset="2"/>
              <a:buChar char="§"/>
            </a:pPr>
            <a:r>
              <a:rPr lang="en-US" altLang="en-US" sz="800" dirty="0">
                <a:solidFill>
                  <a:srgbClr val="0000FF"/>
                </a:solidFill>
                <a:latin typeface="맑은 고딕" panose="020B0503020000020004" pitchFamily="50" charset="-127"/>
                <a:ea typeface="맑은 고딕" panose="020B0503020000020004" pitchFamily="50" charset="-127"/>
              </a:rPr>
              <a:t>At least one death occurs</a:t>
            </a:r>
            <a:br/>
            <a:endParaRPr lang="en-US" altLang="ko-KR" sz="600" dirty="0">
              <a:solidFill>
                <a:srgbClr val="0000FF"/>
              </a:solidFill>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800" dirty="0">
                <a:solidFill>
                  <a:srgbClr val="0000FF"/>
                </a:solidFill>
                <a:latin typeface="맑은 고딕" panose="020B0503020000020004" pitchFamily="50" charset="-127"/>
                <a:ea typeface="맑은 고딕" panose="020B0503020000020004" pitchFamily="50" charset="-127"/>
              </a:rPr>
              <a:t>At least two persons injured in the same accident requiring treatment for six months or longer</a:t>
            </a:r>
            <a:br/>
            <a:endParaRPr lang="en-US" altLang="ko-KR" sz="700" dirty="0">
              <a:solidFill>
                <a:srgbClr val="0000FF"/>
              </a:solidFill>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800" dirty="0">
                <a:latin typeface="맑은 고딕" panose="020B0503020000020004" pitchFamily="50" charset="-127"/>
                <a:ea typeface="맑은 고딕" panose="020B0503020000020004" pitchFamily="50" charset="-127"/>
              </a:rPr>
              <a:t>At least three persons with occupational diseases, such as acute poisoning, as prescribed by Presidential Decree, occur within one year due to the same hazardous factor</a:t>
            </a:r>
            <a:endParaRPr lang="ko-KR" altLang="en-US" sz="1400" b="0" i="0" dirty="0">
              <a:effectLst/>
              <a:latin typeface="맑은 고딕" panose="020B0503020000020004" pitchFamily="50" charset="-127"/>
              <a:ea typeface="맑은 고딕" panose="020B0503020000020004" pitchFamily="50" charset="-127"/>
            </a:endParaRPr>
          </a:p>
        </p:txBody>
      </p:sp>
      <p:grpSp>
        <p:nvGrpSpPr>
          <p:cNvPr id="21" name="그룹 20">
            <a:extLst>
              <a:ext uri="{FF2B5EF4-FFF2-40B4-BE49-F238E27FC236}">
                <a16:creationId xmlns:a16="http://schemas.microsoft.com/office/drawing/2014/main" id="{6CCB2046-7447-48C4-B7F4-6282C3058A32}"/>
              </a:ext>
            </a:extLst>
          </p:cNvPr>
          <p:cNvGrpSpPr/>
          <p:nvPr/>
        </p:nvGrpSpPr>
        <p:grpSpPr>
          <a:xfrm>
            <a:off x="243679" y="780391"/>
            <a:ext cx="2982154" cy="307777"/>
            <a:chOff x="243679" y="780391"/>
            <a:chExt cx="2982154" cy="307777"/>
          </a:xfrm>
        </p:grpSpPr>
        <p:sp>
          <p:nvSpPr>
            <p:cNvPr id="70" name="TextBox 69">
              <a:extLst>
                <a:ext uri="{FF2B5EF4-FFF2-40B4-BE49-F238E27FC236}">
                  <a16:creationId xmlns:a16="http://schemas.microsoft.com/office/drawing/2014/main" id="{CC8E9042-676F-4995-928C-DADB15EA44BA}"/>
                </a:ext>
              </a:extLst>
            </p:cNvPr>
            <p:cNvSpPr txBox="1"/>
            <p:nvPr/>
          </p:nvSpPr>
          <p:spPr>
            <a:xfrm>
              <a:off x="490571" y="780391"/>
              <a:ext cx="2735262" cy="307777"/>
            </a:xfrm>
            <a:prstGeom prst="rect">
              <a:avLst/>
            </a:prstGeom>
            <a:noFill/>
          </p:spPr>
          <p:txBody>
            <a:bodyPr>
              <a:spAutoFit/>
            </a:bodyPr>
            <a:lstStyle/>
            <a:p>
              <a:pPr>
                <a:defRPr/>
              </a:pPr>
              <a:r>
                <a:rPr lang="en-US" altLang="en-US" sz="800" b="1" dirty="0">
                  <a:latin typeface="맑은 고딕" panose="020B0503020000020004" pitchFamily="50" charset="-127"/>
                  <a:ea typeface="맑은 고딕" panose="020B0503020000020004" pitchFamily="50" charset="-127"/>
                </a:rPr>
                <a:t>Act Overview</a:t>
              </a:r>
            </a:p>
          </p:txBody>
        </p:sp>
        <p:sp>
          <p:nvSpPr>
            <p:cNvPr id="71" name="Rectangle 13">
              <a:extLst>
                <a:ext uri="{FF2B5EF4-FFF2-40B4-BE49-F238E27FC236}">
                  <a16:creationId xmlns:a16="http://schemas.microsoft.com/office/drawing/2014/main" id="{7C410EDE-EA0F-4EEE-A533-758C00230822}"/>
                </a:ext>
              </a:extLst>
            </p:cNvPr>
            <p:cNvSpPr>
              <a:spLocks noChangeArrowheads="1"/>
            </p:cNvSpPr>
            <p:nvPr/>
          </p:nvSpPr>
          <p:spPr bwMode="auto">
            <a:xfrm>
              <a:off x="243679" y="800224"/>
              <a:ext cx="246892" cy="234347"/>
            </a:xfrm>
            <a:prstGeom prst="rect">
              <a:avLst/>
            </a:prstGeom>
            <a:solidFill>
              <a:srgbClr val="5A89C1"/>
            </a:solidFill>
            <a:ln w="12700">
              <a:noFill/>
              <a:miter lim="800000"/>
              <a:headEnd/>
              <a:tailEnd/>
            </a:ln>
          </p:spPr>
          <p:txBody>
            <a:bodyPr lIns="72000" tIns="72000" rIns="72000" bIns="72000" anchor="ctr">
              <a:normAutofit/>
            </a:bodyPr>
            <a:lstStyle/>
            <a:p>
              <a:pPr algn="ctr" defTabSz="900113">
                <a:defRPr/>
              </a:pPr>
              <a:r>
                <a:rPr kumimoji="0" lang="en-US" altLang="ko-KR" sz="1400" b="1" dirty="0">
                  <a:ln>
                    <a:solidFill>
                      <a:schemeClr val="bg1">
                        <a:alpha val="0"/>
                      </a:schemeClr>
                    </a:solidFill>
                  </a:ln>
                  <a:solidFill>
                    <a:schemeClr val="bg1"/>
                  </a:solidFill>
                  <a:latin typeface="맑은 고딕" panose="020B0503020000020004" pitchFamily="50" charset="-127"/>
                  <a:ea typeface="맑은 고딕" panose="020B0503020000020004" pitchFamily="50" charset="-127"/>
                </a:rPr>
                <a:t>1</a:t>
              </a:r>
            </a:p>
          </p:txBody>
        </p:sp>
      </p:grpSp>
    </p:spTree>
    <p:extLst>
      <p:ext uri="{BB962C8B-B14F-4D97-AF65-F5344CB8AC3E}">
        <p14:creationId xmlns:p14="http://schemas.microsoft.com/office/powerpoint/2010/main" val="3755336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044" y="132654"/>
            <a:ext cx="3919235" cy="369332"/>
          </a:xfrm>
          <a:prstGeom prst="rect">
            <a:avLst/>
          </a:prstGeom>
          <a:noFill/>
        </p:spPr>
        <p:txBody>
          <a:bodyPr wrap="square" rtlCol="0">
            <a:spAutoFit/>
          </a:bodyPr>
          <a:lstStyle/>
          <a:p>
            <a:r>
              <a:rPr lang="en-US" altLang="ko-KR" sz="900" b="1" dirty="0">
                <a:latin typeface="맑은 고딕" panose="020B0503020000020004" pitchFamily="50" charset="-127"/>
                <a:ea typeface="맑은 고딕" panose="020B0503020000020004" pitchFamily="50" charset="-127"/>
              </a:rPr>
              <a:t>2. Responsible Managing Officer under the Serious Accidents Punishment Act</a:t>
            </a:r>
            <a:endParaRPr lang="ko-KR" altLang="en-US" sz="1800" b="1" dirty="0">
              <a:latin typeface="맑은 고딕" panose="020B0503020000020004" pitchFamily="50" charset="-127"/>
              <a:ea typeface="맑은 고딕" panose="020B0503020000020004" pitchFamily="50" charset="-127"/>
            </a:endParaRPr>
          </a:p>
        </p:txBody>
      </p:sp>
      <p:grpSp>
        <p:nvGrpSpPr>
          <p:cNvPr id="16" name="그룹 15">
            <a:extLst>
              <a:ext uri="{FF2B5EF4-FFF2-40B4-BE49-F238E27FC236}">
                <a16:creationId xmlns:a16="http://schemas.microsoft.com/office/drawing/2014/main" id="{372083F0-7CB8-4BB9-A025-F4C44B54BC4E}"/>
              </a:ext>
            </a:extLst>
          </p:cNvPr>
          <p:cNvGrpSpPr/>
          <p:nvPr/>
        </p:nvGrpSpPr>
        <p:grpSpPr>
          <a:xfrm>
            <a:off x="196439" y="692696"/>
            <a:ext cx="4997352" cy="307777"/>
            <a:chOff x="243679" y="856680"/>
            <a:chExt cx="4997352" cy="307777"/>
          </a:xfrm>
        </p:grpSpPr>
        <p:sp>
          <p:nvSpPr>
            <p:cNvPr id="17" name="TextBox 16">
              <a:extLst>
                <a:ext uri="{FF2B5EF4-FFF2-40B4-BE49-F238E27FC236}">
                  <a16:creationId xmlns:a16="http://schemas.microsoft.com/office/drawing/2014/main" id="{0D56770A-A8E8-413C-9579-D7DE92F294BE}"/>
                </a:ext>
              </a:extLst>
            </p:cNvPr>
            <p:cNvSpPr txBox="1"/>
            <p:nvPr/>
          </p:nvSpPr>
          <p:spPr>
            <a:xfrm>
              <a:off x="490570" y="856680"/>
              <a:ext cx="4750461" cy="307777"/>
            </a:xfrm>
            <a:prstGeom prst="rect">
              <a:avLst/>
            </a:prstGeom>
            <a:noFill/>
          </p:spPr>
          <p:txBody>
            <a:bodyPr wrap="square">
              <a:spAutoFit/>
            </a:bodyPr>
            <a:lstStyle/>
            <a:p>
              <a:pPr>
                <a:defRPr/>
              </a:pPr>
              <a:r>
                <a:rPr lang="en-US" altLang="en-US" sz="800" b="1" dirty="0">
                  <a:latin typeface="맑은 고딕" panose="020B0503020000020004" pitchFamily="50" charset="-127"/>
                  <a:ea typeface="맑은 고딕" panose="020B0503020000020004" pitchFamily="50" charset="-127"/>
                </a:rPr>
                <a:t>Case of Determining Responsible Managing Officer (Aricell Fire Accident)</a:t>
              </a:r>
              <a:endParaRPr lang="ko-KR" altLang="en-US" sz="1400" b="1">
                <a:latin typeface="맑은 고딕" panose="020B0503020000020004" pitchFamily="50" charset="-127"/>
                <a:ea typeface="맑은 고딕" panose="020B0503020000020004" pitchFamily="50" charset="-127"/>
              </a:endParaRPr>
            </a:p>
          </p:txBody>
        </p:sp>
        <p:sp>
          <p:nvSpPr>
            <p:cNvPr id="18" name="Rectangle 13">
              <a:extLst>
                <a:ext uri="{FF2B5EF4-FFF2-40B4-BE49-F238E27FC236}">
                  <a16:creationId xmlns:a16="http://schemas.microsoft.com/office/drawing/2014/main" id="{18B56F61-82DA-4E06-BB52-A28C72DA31A4}"/>
                </a:ext>
              </a:extLst>
            </p:cNvPr>
            <p:cNvSpPr>
              <a:spLocks noChangeArrowheads="1"/>
            </p:cNvSpPr>
            <p:nvPr/>
          </p:nvSpPr>
          <p:spPr bwMode="auto">
            <a:xfrm>
              <a:off x="243679" y="876513"/>
              <a:ext cx="246892" cy="234347"/>
            </a:xfrm>
            <a:prstGeom prst="rect">
              <a:avLst/>
            </a:prstGeom>
            <a:solidFill>
              <a:srgbClr val="5A89C1"/>
            </a:solidFill>
            <a:ln w="12700">
              <a:noFill/>
              <a:miter lim="800000"/>
              <a:headEnd/>
              <a:tailEnd/>
            </a:ln>
          </p:spPr>
          <p:txBody>
            <a:bodyPr lIns="72000" tIns="72000" rIns="72000" bIns="72000" anchor="ctr">
              <a:normAutofit/>
            </a:bodyPr>
            <a:lstStyle/>
            <a:p>
              <a:pPr algn="ctr" defTabSz="900113">
                <a:defRPr/>
              </a:pPr>
              <a:r>
                <a:rPr kumimoji="0" lang="en-US" altLang="ko-KR" sz="1400" b="1" dirty="0">
                  <a:ln>
                    <a:solidFill>
                      <a:schemeClr val="bg1">
                        <a:alpha val="0"/>
                      </a:schemeClr>
                    </a:solidFill>
                  </a:ln>
                  <a:solidFill>
                    <a:schemeClr val="bg1"/>
                  </a:solidFill>
                  <a:latin typeface="맑은 고딕" panose="020B0503020000020004" pitchFamily="50" charset="-127"/>
                  <a:ea typeface="맑은 고딕" panose="020B0503020000020004" pitchFamily="50" charset="-127"/>
                </a:rPr>
                <a:t>2</a:t>
              </a:r>
            </a:p>
          </p:txBody>
        </p:sp>
      </p:grpSp>
      <p:sp>
        <p:nvSpPr>
          <p:cNvPr id="5" name="직사각형 4">
            <a:extLst>
              <a:ext uri="{FF2B5EF4-FFF2-40B4-BE49-F238E27FC236}">
                <a16:creationId xmlns:a16="http://schemas.microsoft.com/office/drawing/2014/main" id="{B93AB8C6-0459-4E76-B43F-5AEE576D15F5}"/>
              </a:ext>
            </a:extLst>
          </p:cNvPr>
          <p:cNvSpPr/>
          <p:nvPr/>
        </p:nvSpPr>
        <p:spPr>
          <a:xfrm>
            <a:off x="776536" y="2595988"/>
            <a:ext cx="8784976" cy="3859518"/>
          </a:xfrm>
          <a:prstGeom prst="rect">
            <a:avLst/>
          </a:prstGeom>
          <a:ln>
            <a:solidFill>
              <a:schemeClr val="tx1"/>
            </a:solidFill>
          </a:ln>
        </p:spPr>
        <p:txBody>
          <a:bodyPr wrap="square">
            <a:spAutoFit/>
          </a:bodyPr>
          <a:lstStyle/>
          <a:p>
            <a:pPr>
              <a:lnSpc>
                <a:spcPct val="120000"/>
              </a:lnSpc>
            </a:pPr>
            <a:r>
              <a:rPr lang="en-US" altLang="ko-KR" sz="800" b="1" dirty="0">
                <a:latin typeface="맑은 고딕" panose="020B0503020000020004" pitchFamily="50" charset="-127"/>
                <a:ea typeface="맑은 고딕" panose="020B0503020000020004" pitchFamily="50" charset="-127"/>
              </a:rPr>
              <a:t>[Suwon District Court 2024Gohap833 Ruling] </a:t>
            </a:r>
            <a:br/>
            <a:endParaRPr lang="en-US" altLang="ko-KR" sz="1200" b="1">
              <a:latin typeface="맑은 고딕" panose="020B0503020000020004" pitchFamily="50" charset="-127"/>
              <a:ea typeface="맑은 고딕" panose="020B0503020000020004" pitchFamily="50" charset="-127"/>
            </a:endParaRPr>
          </a:p>
          <a:p>
            <a:pPr>
              <a:lnSpc>
                <a:spcPct val="120000"/>
              </a:lnSpc>
            </a:pPr>
            <a:r>
              <a:rPr lang="en-US" altLang="en-US" sz="800" dirty="0">
                <a:solidFill>
                  <a:srgbClr val="0000FF"/>
                </a:solidFill>
                <a:latin typeface="맑은 고딕" panose="020B0503020000020004" pitchFamily="50" charset="-127"/>
                <a:ea typeface="맑은 고딕" panose="020B0503020000020004" pitchFamily="50" charset="-127"/>
              </a:rPr>
              <a:t> </a:t>
            </a:r>
            <a:r>
              <a:rPr lang="en-US" altLang="en-US" sz="800" b="1" dirty="0">
                <a:solidFill>
                  <a:srgbClr val="0000FF"/>
                </a:solidFill>
                <a:latin typeface="맑은 고딕" panose="020B0503020000020004" pitchFamily="50" charset="-127"/>
                <a:ea typeface="맑은 고딕" panose="020B0503020000020004" pitchFamily="50" charset="-127"/>
              </a:rPr>
              <a:t>Before the enactment of the Serious Accidents Punishment Act</a:t>
            </a:r>
            <a:r>
              <a:rPr lang="en-US" altLang="en-US" sz="800" dirty="0">
                <a:solidFill>
                  <a:srgbClr val="0000FF"/>
                </a:solidFill>
                <a:latin typeface="맑은 고딕" panose="020B0503020000020004" pitchFamily="50" charset="-127"/>
                <a:ea typeface="맑은 고딕" panose="020B0503020000020004" pitchFamily="50" charset="-127"/>
              </a:rPr>
              <a:t>, the representative director of a corporation did not fall under the category of a business owner, who is the subject of obligations under the Occupational Safety and Health Act, and although there was a possibility of being considered a violator in some cases through the reverse application of joint penalty provisions, when an actual accident occurred at a plant, </a:t>
            </a:r>
            <a:r>
              <a:rPr lang="en-US" altLang="en-US" sz="800" b="1" dirty="0">
                <a:solidFill>
                  <a:srgbClr val="0000FF"/>
                </a:solidFill>
                <a:latin typeface="맑은 고딕" panose="020B0503020000020004" pitchFamily="50" charset="-127"/>
                <a:ea typeface="맑은 고딕" panose="020B0503020000020004" pitchFamily="50" charset="-127"/>
              </a:rPr>
              <a:t>punishment was focused on those in charge</a:t>
            </a:r>
            <a:r>
              <a:rPr lang="en-US" altLang="en-US" sz="800" dirty="0">
                <a:solidFill>
                  <a:srgbClr val="0000FF"/>
                </a:solidFill>
                <a:latin typeface="맑은 고딕" panose="020B0503020000020004" pitchFamily="50" charset="-127"/>
                <a:ea typeface="맑은 고딕" panose="020B0503020000020004" pitchFamily="50" charset="-127"/>
              </a:rPr>
              <a:t> of safety and health management </a:t>
            </a:r>
            <a:r>
              <a:rPr lang="en-US" altLang="en-US" sz="800" b="1" dirty="0">
                <a:solidFill>
                  <a:srgbClr val="0000FF"/>
                </a:solidFill>
                <a:latin typeface="맑은 고딕" panose="020B0503020000020004" pitchFamily="50" charset="-127"/>
                <a:ea typeface="맑은 고딕" panose="020B0503020000020004" pitchFamily="50" charset="-127"/>
              </a:rPr>
              <a:t>at the site</a:t>
            </a:r>
            <a:r>
              <a:rPr lang="en-US" altLang="en-US" sz="800" dirty="0">
                <a:solidFill>
                  <a:srgbClr val="0000FF"/>
                </a:solidFill>
                <a:latin typeface="맑은 고딕" panose="020B0503020000020004" pitchFamily="50" charset="-127"/>
                <a:ea typeface="맑은 고딕" panose="020B0503020000020004" pitchFamily="50" charset="-127"/>
              </a:rPr>
              <a:t>, such as site managers and plant managers, rather than the representative director, on the grounds that the representative director had no specific or direct duties or no awareness of the non-performance of safety and health measures under the </a:t>
            </a:r>
            <a:r>
              <a:rPr lang="en-US" altLang="en-US" sz="800" b="1" dirty="0">
                <a:solidFill>
                  <a:srgbClr val="0000FF"/>
                </a:solidFill>
                <a:latin typeface="맑은 고딕" panose="020B0503020000020004" pitchFamily="50" charset="-127"/>
                <a:ea typeface="맑은 고딕" panose="020B0503020000020004" pitchFamily="50" charset="-127"/>
              </a:rPr>
              <a:t>Occupational Safety and Health Act</a:t>
            </a:r>
            <a:r>
              <a:rPr lang="en-US" altLang="en-US" sz="800" dirty="0">
                <a:solidFill>
                  <a:srgbClr val="0000FF"/>
                </a:solidFill>
                <a:latin typeface="맑은 고딕" panose="020B0503020000020004" pitchFamily="50" charset="-127"/>
                <a:ea typeface="맑은 고딕" panose="020B0503020000020004" pitchFamily="50" charset="-127"/>
              </a:rPr>
              <a:t>.</a:t>
            </a:r>
          </a:p>
          <a:p>
            <a:pPr>
              <a:lnSpc>
                <a:spcPct val="120000"/>
              </a:lnSpc>
            </a:pPr>
            <a:endParaRPr lang="en-US" altLang="ko-KR" sz="1200">
              <a:latin typeface="맑은 고딕" panose="020B0503020000020004" pitchFamily="50" charset="-127"/>
              <a:ea typeface="맑은 고딕" panose="020B0503020000020004" pitchFamily="50" charset="-127"/>
            </a:endParaRPr>
          </a:p>
          <a:p>
            <a:r>
              <a:rPr lang="en-US" altLang="en-US" sz="800" dirty="0">
                <a:latin typeface="맑은 고딕" panose="020B0503020000020004" pitchFamily="50" charset="-127"/>
                <a:ea typeface="맑은 고딕" panose="020B0503020000020004" pitchFamily="50" charset="-127"/>
              </a:rPr>
              <a:t>  Accordingly, the </a:t>
            </a:r>
            <a:r>
              <a:rPr lang="en-US" altLang="en-US" sz="800" b="1" dirty="0">
                <a:latin typeface="맑은 고딕" panose="020B0503020000020004" pitchFamily="50" charset="-127"/>
                <a:ea typeface="맑은 고딕" panose="020B0503020000020004" pitchFamily="50" charset="-127"/>
              </a:rPr>
              <a:t>Serious Accidents Punishment Act</a:t>
            </a:r>
            <a:r>
              <a:rPr lang="en-US" altLang="en-US" sz="800" dirty="0">
                <a:latin typeface="맑은 고딕" panose="020B0503020000020004" pitchFamily="50" charset="-127"/>
                <a:ea typeface="맑은 고딕" panose="020B0503020000020004" pitchFamily="50" charset="-127"/>
              </a:rPr>
              <a:t> clearly stipulates that the responsible managing officer, etc., bears the duty to secure safety and health, thereby making the </a:t>
            </a:r>
            <a:r>
              <a:rPr lang="en-US" altLang="en-US" sz="800" b="1" dirty="0">
                <a:latin typeface="맑은 고딕" panose="020B0503020000020004" pitchFamily="50" charset="-127"/>
                <a:ea typeface="맑은 고딕" panose="020B0503020000020004" pitchFamily="50" charset="-127"/>
              </a:rPr>
              <a:t>representative director of a corporation</a:t>
            </a:r>
            <a:r>
              <a:rPr lang="en-US" altLang="en-US" sz="800" dirty="0">
                <a:latin typeface="맑은 고딕" panose="020B0503020000020004" pitchFamily="50" charset="-127"/>
                <a:ea typeface="맑은 고딕" panose="020B0503020000020004" pitchFamily="50" charset="-127"/>
              </a:rPr>
              <a:t> the subject of the crime of violating the Serious Accidents Punishment Act. Therefore, in principle, the representative director should be seen as having the status of a responsible managing officer, etc., as the person in general charge of the business who bears the affirmative duty under the Serious Accidents Punishment Act. Even if a certain degree of management authority is granted to a third party other than the representative director depending on the substance of business operations, </a:t>
            </a:r>
            <a:r>
              <a:rPr lang="en-US" altLang="en-US" sz="800" b="1" dirty="0">
                <a:latin typeface="맑은 고딕" panose="020B0503020000020004" pitchFamily="50" charset="-127"/>
                <a:ea typeface="맑은 고딕" panose="020B0503020000020004" pitchFamily="50" charset="-127"/>
              </a:rPr>
              <a:t>caution</a:t>
            </a:r>
            <a:r>
              <a:rPr lang="en-US" altLang="en-US" sz="800" dirty="0">
                <a:latin typeface="맑은 고딕" panose="020B0503020000020004" pitchFamily="50" charset="-127"/>
                <a:ea typeface="맑은 고딕" panose="020B0503020000020004" pitchFamily="50" charset="-127"/>
              </a:rPr>
              <a:t> must be exercised in light of the aforementioned legislative intent when </a:t>
            </a:r>
            <a:r>
              <a:rPr lang="en-US" altLang="en-US" sz="800" b="1" dirty="0">
                <a:latin typeface="맑은 고딕" panose="020B0503020000020004" pitchFamily="50" charset="-127"/>
                <a:ea typeface="맑은 고딕" panose="020B0503020000020004" pitchFamily="50" charset="-127"/>
              </a:rPr>
              <a:t>recognizing a third party other than the representative director as the responsible managing officer, etc.</a:t>
            </a:r>
          </a:p>
          <a:p>
            <a:endParaRPr lang="en-US" altLang="ko-KR" sz="1200">
              <a:latin typeface="맑은 고딕" panose="020B0503020000020004" pitchFamily="50" charset="-127"/>
              <a:ea typeface="맑은 고딕" panose="020B0503020000020004" pitchFamily="50" charset="-127"/>
            </a:endParaRPr>
          </a:p>
          <a:p>
            <a:r>
              <a:rPr lang="en-US" altLang="en-US" sz="800" dirty="0">
                <a:latin typeface="맑은 고딕" panose="020B0503020000020004" pitchFamily="50" charset="-127"/>
                <a:ea typeface="맑은 고딕" panose="020B0503020000020004" pitchFamily="50" charset="-127"/>
              </a:rPr>
              <a:t>  Otherwise, the representative director could easily create an appearance or form to avoid the affirmative duty they must bear under the Serious Accidents Punishment Act by putting forward a third party, which would result in the representative director abandoning the duty to secure the safety and health of workers that they must realize themselves. Therefore, it is appropriate to consider a third party other than the representative director as the responsible managing officer, etc., as the person in general charge of the business </a:t>
            </a:r>
            <a:r>
              <a:rPr lang="en-US" altLang="en-US" sz="800" b="1" dirty="0">
                <a:latin typeface="맑은 고딕" panose="020B0503020000020004" pitchFamily="50" charset="-127"/>
                <a:ea typeface="맑은 고딕" panose="020B0503020000020004" pitchFamily="50" charset="-127"/>
              </a:rPr>
              <a:t>only when there are special circumstances</a:t>
            </a:r>
            <a:r>
              <a:rPr lang="en-US" altLang="en-US" sz="800" dirty="0">
                <a:latin typeface="맑은 고딕" panose="020B0503020000020004" pitchFamily="50" charset="-127"/>
                <a:ea typeface="맑은 고딕" panose="020B0503020000020004" pitchFamily="50" charset="-127"/>
              </a:rPr>
              <a:t>, such as when the representative director exists only nominally and does not actually exercise any authority over management at all, nor is in a position to actually exercise authority, making it unreasonable to impose the affirmative duty under the Serious Accidents Punishment Act on such a nominal representative director.</a:t>
            </a:r>
            <a:endParaRPr lang="ko-KR" altLang="en-US" sz="1400" u="sng">
              <a:latin typeface="맑은 고딕" panose="020B0503020000020004" pitchFamily="50" charset="-127"/>
              <a:ea typeface="맑은 고딕" panose="020B0503020000020004" pitchFamily="50" charset="-127"/>
            </a:endParaRPr>
          </a:p>
        </p:txBody>
      </p:sp>
      <p:sp>
        <p:nvSpPr>
          <p:cNvPr id="7" name="직사각형 6">
            <a:extLst>
              <a:ext uri="{FF2B5EF4-FFF2-40B4-BE49-F238E27FC236}">
                <a16:creationId xmlns:a16="http://schemas.microsoft.com/office/drawing/2014/main" id="{FC20067F-FC63-4902-A16A-FFF2F10E6BC7}"/>
              </a:ext>
            </a:extLst>
          </p:cNvPr>
          <p:cNvSpPr/>
          <p:nvPr/>
        </p:nvSpPr>
        <p:spPr>
          <a:xfrm>
            <a:off x="432306" y="1157419"/>
            <a:ext cx="9586520" cy="1204882"/>
          </a:xfrm>
          <a:prstGeom prst="rect">
            <a:avLst/>
          </a:prstGeom>
        </p:spPr>
        <p:txBody>
          <a:bodyPr wrap="square">
            <a:spAutoFit/>
          </a:bodyPr>
          <a:lstStyle/>
          <a:p>
            <a:pPr marL="180000" indent="-180000">
              <a:lnSpc>
                <a:spcPct val="150000"/>
              </a:lnSpc>
              <a:buFont typeface="Wingdings" panose="05000000000000000000" pitchFamily="2" charset="2"/>
              <a:buChar char="§"/>
            </a:pPr>
            <a:r>
              <a:rPr lang="en-US" altLang="ko-KR" sz="800" spc="0" dirty="0">
                <a:latin typeface="맑은 고딕" panose="020B0503020000020004" pitchFamily="50" charset="-127"/>
                <a:ea typeface="맑은 고딕" panose="020B0503020000020004" pitchFamily="50" charset="-127"/>
              </a:rPr>
              <a:t>23 fatalities in the 2024 Aricell Plant fire accident. The </a:t>
            </a:r>
            <a:r>
              <a:rPr lang="en-US" altLang="ko-KR" sz="800" spc="0" b="1" dirty="0">
                <a:latin typeface="맑은 고딕" panose="020B0503020000020004" pitchFamily="50" charset="-127"/>
                <a:ea typeface="맑은 고딕" panose="020B0503020000020004" pitchFamily="50" charset="-127"/>
              </a:rPr>
              <a:t>CEO</a:t>
            </a:r>
            <a:r>
              <a:rPr lang="en-US" altLang="ko-KR" sz="800" spc="0" dirty="0">
                <a:latin typeface="맑은 고딕" panose="020B0503020000020004" pitchFamily="50" charset="-127"/>
                <a:ea typeface="맑은 고딕" panose="020B0503020000020004" pitchFamily="50" charset="-127"/>
              </a:rPr>
              <a:t> </a:t>
            </a:r>
            <a:r>
              <a:rPr lang="en-US" altLang="ko-KR" sz="800" spc="0" b="1" dirty="0">
                <a:latin typeface="맑은 고딕" panose="020B0503020000020004" pitchFamily="50" charset="-127"/>
                <a:ea typeface="맑은 고딕" panose="020B0503020000020004" pitchFamily="50" charset="-127"/>
              </a:rPr>
              <a:t>claimed he was not the responsible managing officer</a:t>
            </a:r>
            <a:r>
              <a:rPr lang="en-US" altLang="ko-KR" sz="800" spc="0" dirty="0">
                <a:latin typeface="맑은 고딕" panose="020B0503020000020004" pitchFamily="50" charset="-127"/>
                <a:ea typeface="맑은 고딕" panose="020B0503020000020004" pitchFamily="50" charset="-127"/>
              </a:rPr>
              <a:t>, arguing his son (Head of Division) held substantial authority.</a:t>
            </a:r>
            <a:br/>
            <a:br/>
            <a:endParaRPr lang="en-US" altLang="ko-KR" sz="300" spc="-150">
              <a:latin typeface="맑은 고딕" panose="020B0503020000020004" pitchFamily="50" charset="-127"/>
              <a:ea typeface="맑은 고딕" panose="020B0503020000020004" pitchFamily="50" charset="-127"/>
            </a:endParaRPr>
          </a:p>
          <a:p>
            <a:pPr marL="180000" indent="-180000">
              <a:lnSpc>
                <a:spcPct val="150000"/>
              </a:lnSpc>
              <a:buFont typeface="Wingdings" panose="05000000000000000000" pitchFamily="2" charset="2"/>
              <a:buChar char="§"/>
            </a:pPr>
            <a:r>
              <a:rPr lang="en-US" altLang="en-US" sz="800" spc="0" dirty="0">
                <a:latin typeface="맑은 고딕" panose="020B0503020000020004" pitchFamily="50" charset="-127"/>
                <a:ea typeface="맑은 고딕" panose="020B0503020000020004" pitchFamily="50" charset="-127"/>
              </a:rPr>
              <a:t>However, the court identified the CEO as the responsible managing officer based on the following reasons: </a:t>
            </a:r>
            <a:br/>
            <a:r>
              <a:rPr lang="en-US" altLang="en-US" sz="800" spc="0" dirty="0">
                <a:latin typeface="맑은 고딕" panose="020B0503020000020004" pitchFamily="50" charset="-127"/>
                <a:ea typeface="맑은 고딕" panose="020B0503020000020004" pitchFamily="50" charset="-127"/>
              </a:rPr>
              <a:t>①Recognition of status as CEO, ②receipt of detailed reports on overall management, ③exercise of authority to instruct and supervise the Head of Division when necessary, ③holding final decision-making authority and instructions across all areas, etc.</a:t>
            </a:r>
            <a:endParaRPr lang="en-US" altLang="ko-KR" sz="1200" spc="-15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03467755"/>
      </p:ext>
    </p:extLst>
  </p:cSld>
  <p:clrMapOvr>
    <a:masterClrMapping/>
  </p:clrMapOvr>
</p:sld>
</file>

<file path=ppt/theme/theme1.xml><?xml version="1.0" encoding="utf-8"?>
<a:theme xmlns:a="http://schemas.openxmlformats.org/drawingml/2006/main" name="8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7_01061005">
  <a:themeElements>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fontScheme name="3_01061005">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01061005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01061005 3">
        <a:dk1>
          <a:srgbClr val="000000"/>
        </a:dk1>
        <a:lt1>
          <a:srgbClr val="FFFFFF"/>
        </a:lt1>
        <a:dk2>
          <a:srgbClr val="000000"/>
        </a:dk2>
        <a:lt2>
          <a:srgbClr val="808080"/>
        </a:lt2>
        <a:accent1>
          <a:srgbClr val="660066"/>
        </a:accent1>
        <a:accent2>
          <a:srgbClr val="FF5050"/>
        </a:accent2>
        <a:accent3>
          <a:srgbClr val="FFFFFF"/>
        </a:accent3>
        <a:accent4>
          <a:srgbClr val="000000"/>
        </a:accent4>
        <a:accent5>
          <a:srgbClr val="B8AAB8"/>
        </a:accent5>
        <a:accent6>
          <a:srgbClr val="E74848"/>
        </a:accent6>
        <a:hlink>
          <a:srgbClr val="FF9999"/>
        </a:hlink>
        <a:folHlink>
          <a:srgbClr val="B2B2B2"/>
        </a:folHlink>
      </a:clrScheme>
      <a:clrMap bg1="lt1" tx1="dk1" bg2="lt2" tx2="dk2" accent1="accent1" accent2="accent2" accent3="accent3" accent4="accent4" accent5="accent5" accent6="accent6" hlink="hlink" folHlink="folHlink"/>
    </a:extraClrScheme>
    <a:extraClrScheme>
      <a:clrScheme name="3_01061005 4">
        <a:dk1>
          <a:srgbClr val="000000"/>
        </a:dk1>
        <a:lt1>
          <a:srgbClr val="FFFFFF"/>
        </a:lt1>
        <a:dk2>
          <a:srgbClr val="000000"/>
        </a:dk2>
        <a:lt2>
          <a:srgbClr val="808080"/>
        </a:lt2>
        <a:accent1>
          <a:srgbClr val="006600"/>
        </a:accent1>
        <a:accent2>
          <a:srgbClr val="808000"/>
        </a:accent2>
        <a:accent3>
          <a:srgbClr val="FFFFFF"/>
        </a:accent3>
        <a:accent4>
          <a:srgbClr val="000000"/>
        </a:accent4>
        <a:accent5>
          <a:srgbClr val="AAB8AA"/>
        </a:accent5>
        <a:accent6>
          <a:srgbClr val="7373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9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0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8_01061005">
  <a:themeElements>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fontScheme name="3_01061005">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01061005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01061005 3">
        <a:dk1>
          <a:srgbClr val="000000"/>
        </a:dk1>
        <a:lt1>
          <a:srgbClr val="FFFFFF"/>
        </a:lt1>
        <a:dk2>
          <a:srgbClr val="000000"/>
        </a:dk2>
        <a:lt2>
          <a:srgbClr val="808080"/>
        </a:lt2>
        <a:accent1>
          <a:srgbClr val="660066"/>
        </a:accent1>
        <a:accent2>
          <a:srgbClr val="FF5050"/>
        </a:accent2>
        <a:accent3>
          <a:srgbClr val="FFFFFF"/>
        </a:accent3>
        <a:accent4>
          <a:srgbClr val="000000"/>
        </a:accent4>
        <a:accent5>
          <a:srgbClr val="B8AAB8"/>
        </a:accent5>
        <a:accent6>
          <a:srgbClr val="E74848"/>
        </a:accent6>
        <a:hlink>
          <a:srgbClr val="FF9999"/>
        </a:hlink>
        <a:folHlink>
          <a:srgbClr val="B2B2B2"/>
        </a:folHlink>
      </a:clrScheme>
      <a:clrMap bg1="lt1" tx1="dk1" bg2="lt2" tx2="dk2" accent1="accent1" accent2="accent2" accent3="accent3" accent4="accent4" accent5="accent5" accent6="accent6" hlink="hlink" folHlink="folHlink"/>
    </a:extraClrScheme>
    <a:extraClrScheme>
      <a:clrScheme name="3_01061005 4">
        <a:dk1>
          <a:srgbClr val="000000"/>
        </a:dk1>
        <a:lt1>
          <a:srgbClr val="FFFFFF"/>
        </a:lt1>
        <a:dk2>
          <a:srgbClr val="000000"/>
        </a:dk2>
        <a:lt2>
          <a:srgbClr val="808080"/>
        </a:lt2>
        <a:accent1>
          <a:srgbClr val="006600"/>
        </a:accent1>
        <a:accent2>
          <a:srgbClr val="808000"/>
        </a:accent2>
        <a:accent3>
          <a:srgbClr val="FFFFFF"/>
        </a:accent3>
        <a:accent4>
          <a:srgbClr val="000000"/>
        </a:accent4>
        <a:accent5>
          <a:srgbClr val="AAB8AA"/>
        </a:accent5>
        <a:accent6>
          <a:srgbClr val="7373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2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7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fa사업현황(지도)</Template>
  <TotalTime>80352</TotalTime>
  <Words>401</Words>
  <Application>Microsoft Office PowerPoint</Application>
  <PresentationFormat>A4 용지(210x297mm)</PresentationFormat>
  <Paragraphs>24</Paragraphs>
  <Slides>2</Slides>
  <Notes>0</Notes>
  <HiddenSlides>0</HiddenSlides>
  <MMClips>0</MMClips>
  <ScaleCrop>false</ScaleCrop>
  <HeadingPairs>
    <vt:vector size="6" baseType="variant">
      <vt:variant>
        <vt:lpstr>사용한 글꼴</vt:lpstr>
      </vt:variant>
      <vt:variant>
        <vt:i4>6</vt:i4>
      </vt:variant>
      <vt:variant>
        <vt:lpstr>테마</vt:lpstr>
      </vt:variant>
      <vt:variant>
        <vt:i4>10</vt:i4>
      </vt:variant>
      <vt:variant>
        <vt:lpstr>슬라이드 제목</vt:lpstr>
      </vt:variant>
      <vt:variant>
        <vt:i4>2</vt:i4>
      </vt:variant>
    </vt:vector>
  </HeadingPairs>
  <TitlesOfParts>
    <vt:vector size="18" baseType="lpstr">
      <vt:lpstr>HY헤드라인M</vt:lpstr>
      <vt:lpstr>굴림</vt:lpstr>
      <vt:lpstr>맑은 고딕</vt:lpstr>
      <vt:lpstr>Arial</vt:lpstr>
      <vt:lpstr>Times New Roman</vt:lpstr>
      <vt:lpstr>Wingdings</vt:lpstr>
      <vt:lpstr>8_realpt-052</vt:lpstr>
      <vt:lpstr>7_01061005</vt:lpstr>
      <vt:lpstr>9_realpt-052</vt:lpstr>
      <vt:lpstr>1_Office 테마</vt:lpstr>
      <vt:lpstr>10_realpt-052</vt:lpstr>
      <vt:lpstr>8_01061005</vt:lpstr>
      <vt:lpstr>5_Office 테마</vt:lpstr>
      <vt:lpstr>6_Office 테마</vt:lpstr>
      <vt:lpstr>2_Office 테마</vt:lpstr>
      <vt:lpstr>7_Office 테마</vt:lpstr>
      <vt:lpstr>PowerPoint 프레젠테이션</vt:lpstr>
      <vt:lpstr>PowerPoint 프레젠테이션</vt:lpstr>
    </vt:vector>
  </TitlesOfParts>
  <Company>Samsung 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한전 동향</dc:title>
  <dc:creator>SEC</dc:creator>
  <cp:lastModifiedBy>하태준</cp:lastModifiedBy>
  <cp:revision>6681</cp:revision>
  <cp:lastPrinted>2020-08-31T12:17:42Z</cp:lastPrinted>
  <dcterms:created xsi:type="dcterms:W3CDTF">2011-03-16T00:11:19Z</dcterms:created>
  <dcterms:modified xsi:type="dcterms:W3CDTF">2026-01-31T03:58:48Z</dcterms:modified>
</cp:coreProperties>
</file>