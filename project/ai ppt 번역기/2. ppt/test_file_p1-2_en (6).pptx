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theme/theme8.xml" ContentType="application/vnd.openxmlformats-officedocument.theme+xml"/>
  <Override PartName="/ppt/slideLayouts/slideLayout23.xml" ContentType="application/vnd.openxmlformats-officedocument.presentationml.slideLayout+xml"/>
  <Override PartName="/ppt/theme/theme9.xml" ContentType="application/vnd.openxmlformats-officedocument.theme+xml"/>
  <Override PartName="/ppt/slideLayouts/slideLayout24.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22118" saveSubsetFonts="1">
  <p:sldMasterIdLst>
    <p:sldMasterId id="2147483807" r:id="rId1"/>
    <p:sldMasterId id="2147483972" r:id="rId2"/>
    <p:sldMasterId id="2147483981" r:id="rId3"/>
    <p:sldMasterId id="2147483990" r:id="rId4"/>
    <p:sldMasterId id="2147483994" r:id="rId5"/>
    <p:sldMasterId id="2147484014" r:id="rId6"/>
    <p:sldMasterId id="2147484021" r:id="rId7"/>
    <p:sldMasterId id="2147484026" r:id="rId8"/>
    <p:sldMasterId id="2147484031" r:id="rId9"/>
    <p:sldMasterId id="2147484033" r:id="rId10"/>
  </p:sldMasterIdLst>
  <p:notesMasterIdLst>
    <p:notesMasterId r:id="rId13"/>
  </p:notesMasterIdLst>
  <p:sldIdLst>
    <p:sldId id="1063" r:id="rId11"/>
    <p:sldId id="1144" r:id="rId12"/>
  </p:sldIdLst>
  <p:sldSz cx="9906000" cy="6858000" type="A4"/>
  <p:notesSz cx="6797675" cy="9926638"/>
  <p:defaultTextStyle>
    <a:defPPr>
      <a:defRPr lang="ko-KR"/>
    </a:defPPr>
    <a:lvl1pPr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1pPr>
    <a:lvl2pPr marL="4572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2pPr>
    <a:lvl3pPr marL="9144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3pPr>
    <a:lvl4pPr marL="13716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4pPr>
    <a:lvl5pPr marL="1828800" algn="l" rtl="0" eaLnBrk="0" fontAlgn="base" hangingPunct="0">
      <a:spcBef>
        <a:spcPct val="0"/>
      </a:spcBef>
      <a:spcAft>
        <a:spcPct val="0"/>
      </a:spcAft>
      <a:defRPr kumimoji="1" sz="1600" kern="1200">
        <a:solidFill>
          <a:schemeClr val="tx1"/>
        </a:solidFill>
        <a:latin typeface="HY헤드라인M" panose="02030600000101010101" pitchFamily="18" charset="-127"/>
        <a:ea typeface="굴림" panose="020B0600000101010101" pitchFamily="50" charset="-127"/>
        <a:cs typeface="+mn-cs"/>
      </a:defRPr>
    </a:lvl5pPr>
    <a:lvl6pPr marL="22860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6pPr>
    <a:lvl7pPr marL="27432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7pPr>
    <a:lvl8pPr marL="32004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8pPr>
    <a:lvl9pPr marL="3657600" algn="l" defTabSz="914400" rtl="0" eaLnBrk="1" latinLnBrk="1" hangingPunct="1">
      <a:defRPr kumimoji="1" sz="1600" kern="1200">
        <a:solidFill>
          <a:schemeClr val="tx1"/>
        </a:solidFill>
        <a:latin typeface="HY헤드라인M" panose="02030600000101010101" pitchFamily="18" charset="-127"/>
        <a:ea typeface="굴림" panose="020B0600000101010101" pitchFamily="50" charset="-127"/>
        <a:cs typeface="+mn-cs"/>
      </a:defRPr>
    </a:lvl9pPr>
  </p:defaultTextStyle>
  <p:extLst>
    <p:ext uri="{EFAFB233-063F-42B5-8137-9DF3F51BA10A}">
      <p15:sldGuideLst xmlns:p15="http://schemas.microsoft.com/office/powerpoint/2012/main">
        <p15:guide id="1" orient="horz" pos="453" userDrawn="1">
          <p15:clr>
            <a:srgbClr val="A4A3A4"/>
          </p15:clr>
        </p15:guide>
        <p15:guide id="2" orient="horz" pos="2127" userDrawn="1">
          <p15:clr>
            <a:srgbClr val="A4A3A4"/>
          </p15:clr>
        </p15:guide>
        <p15:guide id="3" pos="2440" userDrawn="1">
          <p15:clr>
            <a:srgbClr val="A4A3A4"/>
          </p15:clr>
        </p15:guide>
        <p15:guide id="4" pos="124" userDrawn="1">
          <p15:clr>
            <a:srgbClr val="A4A3A4"/>
          </p15:clr>
        </p15:guide>
        <p15:guide id="5" pos="6068" userDrawn="1">
          <p15:clr>
            <a:srgbClr val="A4A3A4"/>
          </p15:clr>
        </p15:guide>
        <p15:guide id="6" orient="horz" pos="3929">
          <p15:clr>
            <a:srgbClr val="A4A3A4"/>
          </p15:clr>
        </p15:guide>
        <p15:guide id="7" orient="horz" pos="699" userDrawn="1">
          <p15:clr>
            <a:srgbClr val="A4A3A4"/>
          </p15:clr>
        </p15:guide>
        <p15:guide id="8" orient="horz" pos="3702" userDrawn="1">
          <p15:clr>
            <a:srgbClr val="A4A3A4"/>
          </p15:clr>
        </p15:guide>
        <p15:guide id="9" orient="horz" pos="3249">
          <p15:clr>
            <a:srgbClr val="A4A3A4"/>
          </p15:clr>
        </p15:guide>
        <p15:guide id="10" orient="horz" pos="1162">
          <p15:clr>
            <a:srgbClr val="A4A3A4"/>
          </p15:clr>
        </p15:guide>
        <p15:guide id="11" pos="444" userDrawn="1">
          <p15:clr>
            <a:srgbClr val="A4A3A4"/>
          </p15:clr>
        </p15:guide>
        <p15:guide id="12" pos="262">
          <p15:clr>
            <a:srgbClr val="A4A3A4"/>
          </p15:clr>
        </p15:guide>
        <p15:guide id="13" pos="5842">
          <p15:clr>
            <a:srgbClr val="A4A3A4"/>
          </p15:clr>
        </p15:guide>
      </p15:sldGuideLst>
    </p:ext>
    <p:ext uri="{2D200454-40CA-4A62-9FC3-DE9A4176ACB9}">
      <p15:notesGuideLst xmlns:p15="http://schemas.microsoft.com/office/powerpoint/2012/main">
        <p15:guide id="1" orient="horz" pos="3120" userDrawn="1">
          <p15:clr>
            <a:srgbClr val="A4A3A4"/>
          </p15:clr>
        </p15:guide>
        <p15:guide id="2" pos="2137" userDrawn="1">
          <p15:clr>
            <a:srgbClr val="A4A3A4"/>
          </p15:clr>
        </p15:guide>
        <p15:guide id="3" orient="horz" pos="3124" userDrawn="1">
          <p15:clr>
            <a:srgbClr val="A4A3A4"/>
          </p15:clr>
        </p15:guide>
        <p15:guide id="4" pos="214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CECED0"/>
    <a:srgbClr val="E9E9E9"/>
    <a:srgbClr val="FFFFFF"/>
    <a:srgbClr val="A9ACB3"/>
    <a:srgbClr val="FF9900"/>
    <a:srgbClr val="FFFFCC"/>
    <a:srgbClr val="DAEEF3"/>
    <a:srgbClr val="2F5597"/>
    <a:srgbClr val="D9E7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429" autoAdjust="0"/>
  </p:normalViewPr>
  <p:slideViewPr>
    <p:cSldViewPr>
      <p:cViewPr varScale="1">
        <p:scale>
          <a:sx n="63" d="100"/>
          <a:sy n="63" d="100"/>
        </p:scale>
        <p:origin x="1252" y="52"/>
      </p:cViewPr>
      <p:guideLst>
        <p:guide orient="horz" pos="453"/>
        <p:guide orient="horz" pos="2127"/>
        <p:guide pos="2440"/>
        <p:guide pos="124"/>
        <p:guide pos="6068"/>
        <p:guide orient="horz" pos="3929"/>
        <p:guide orient="horz" pos="699"/>
        <p:guide orient="horz" pos="3702"/>
        <p:guide orient="horz" pos="3249"/>
        <p:guide orient="horz" pos="1162"/>
        <p:guide pos="444"/>
        <p:guide pos="262"/>
        <p:guide pos="5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1" d="100"/>
        <a:sy n="91" d="100"/>
      </p:scale>
      <p:origin x="0" y="0"/>
    </p:cViewPr>
  </p:sorterViewPr>
  <p:notesViewPr>
    <p:cSldViewPr>
      <p:cViewPr varScale="1">
        <p:scale>
          <a:sx n="71" d="100"/>
          <a:sy n="71" d="100"/>
        </p:scale>
        <p:origin x="-2178" y="-90"/>
      </p:cViewPr>
      <p:guideLst>
        <p:guide orient="horz" pos="3120"/>
        <p:guide pos="2137"/>
        <p:guide orient="horz" pos="3124"/>
        <p:guide pos="214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notesMaster" Target="notesMasters/notesMaster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slideMaster" Target="slideMasters/slideMaster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6627" name="Rectangle 3"/>
          <p:cNvSpPr>
            <a:spLocks noGrp="1" noChangeArrowheads="1"/>
          </p:cNvSpPr>
          <p:nvPr>
            <p:ph type="dt" idx="1"/>
          </p:nvPr>
        </p:nvSpPr>
        <p:spPr bwMode="auto">
          <a:xfrm>
            <a:off x="3850643" y="0"/>
            <a:ext cx="2945448" cy="496253"/>
          </a:xfrm>
          <a:prstGeom prst="rect">
            <a:avLst/>
          </a:prstGeom>
          <a:noFill/>
          <a:ln>
            <a:noFill/>
          </a:ln>
          <a:effectLst/>
        </p:spPr>
        <p:txBody>
          <a:bodyPr vert="horz" wrap="square" lIns="92207" tIns="46103" rIns="92207" bIns="46103" numCol="1" anchor="t" anchorCtr="0" compatLnSpc="1">
            <a:prstTxWarp prst="textNoShape">
              <a:avLst/>
            </a:prstTxWarp>
          </a:bodyPr>
          <a:lstStyle>
            <a:lvl1pPr algn="r"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
        <p:nvSpPr>
          <p:cNvPr id="25604" name="Rectangle 4"/>
          <p:cNvSpPr>
            <a:spLocks noGrp="1" noRot="1" noChangeAspect="1" noChangeArrowheads="1" noTextEdit="1"/>
          </p:cNvSpPr>
          <p:nvPr>
            <p:ph type="sldImg" idx="2"/>
          </p:nvPr>
        </p:nvSpPr>
        <p:spPr bwMode="auto">
          <a:xfrm>
            <a:off x="708025" y="741363"/>
            <a:ext cx="53816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9" name="Rectangle 5"/>
          <p:cNvSpPr>
            <a:spLocks noGrp="1" noChangeArrowheads="1"/>
          </p:cNvSpPr>
          <p:nvPr>
            <p:ph type="body" sz="quarter" idx="3"/>
          </p:nvPr>
        </p:nvSpPr>
        <p:spPr bwMode="auto">
          <a:xfrm>
            <a:off x="680085" y="4715193"/>
            <a:ext cx="5437506" cy="4467859"/>
          </a:xfrm>
          <a:prstGeom prst="rect">
            <a:avLst/>
          </a:prstGeom>
          <a:noFill/>
          <a:ln>
            <a:noFill/>
          </a:ln>
          <a:effectLst/>
        </p:spPr>
        <p:txBody>
          <a:bodyPr vert="horz" wrap="square" lIns="92207" tIns="46103" rIns="92207" bIns="4610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26630" name="Rectangle 6"/>
          <p:cNvSpPr>
            <a:spLocks noGrp="1" noChangeArrowheads="1"/>
          </p:cNvSpPr>
          <p:nvPr>
            <p:ph type="ftr" sz="quarter" idx="4"/>
          </p:nvPr>
        </p:nvSpPr>
        <p:spPr bwMode="auto">
          <a:xfrm>
            <a:off x="0" y="9428800"/>
            <a:ext cx="2945448" cy="496252"/>
          </a:xfrm>
          <a:prstGeom prst="rect">
            <a:avLst/>
          </a:prstGeom>
          <a:noFill/>
          <a:ln>
            <a:noFill/>
          </a:ln>
          <a:effectLst/>
        </p:spPr>
        <p:txBody>
          <a:bodyPr vert="horz" wrap="square" lIns="92207" tIns="46103" rIns="92207" bIns="46103" numCol="1" anchor="b" anchorCtr="0" compatLnSpc="1">
            <a:prstTxWarp prst="textNoShape">
              <a:avLst/>
            </a:prstTxWarp>
          </a:bodyPr>
          <a:lstStyle>
            <a:lvl1pPr algn="l" defTabSz="922247" eaLnBrk="1" latinLnBrk="1" hangingPunct="1">
              <a:spcBef>
                <a:spcPct val="0"/>
              </a:spcBef>
              <a:buFontTx/>
              <a:buNone/>
              <a:defRPr sz="1200">
                <a:latin typeface="굴림" pitchFamily="50" charset="-127"/>
                <a:ea typeface="굴림" pitchFamily="50" charset="-127"/>
              </a:defRPr>
            </a:lvl1pPr>
          </a:lstStyle>
          <a:p>
            <a:pPr>
              <a:defRPr/>
            </a:pPr>
            <a:endParaRPr lang="en-US" altLang="ko-KR"/>
          </a:p>
        </p:txBody>
      </p:sp>
    </p:spTree>
    <p:extLst>
      <p:ext uri="{BB962C8B-B14F-4D97-AF65-F5344CB8AC3E}">
        <p14:creationId xmlns:p14="http://schemas.microsoft.com/office/powerpoint/2010/main" val="1521926336"/>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676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93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419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F25EB3-8F10-4ED0-A9A2-5CAB6BDB8F71}" type="slidenum">
              <a:rPr lang="ko-KR" altLang="en-US"/>
              <a:pPr>
                <a:defRPr/>
              </a:pPr>
              <a:t>‹#›</a:t>
            </a:fld>
            <a:endParaRPr lang="en-US" altLang="ko-KR"/>
          </a:p>
        </p:txBody>
      </p:sp>
    </p:spTree>
    <p:extLst>
      <p:ext uri="{BB962C8B-B14F-4D97-AF65-F5344CB8AC3E}">
        <p14:creationId xmlns:p14="http://schemas.microsoft.com/office/powerpoint/2010/main" val="441558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7135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85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86281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7638208-DBF4-4ABD-8718-C752B9F47646}" type="slidenum">
              <a:rPr lang="ko-KR" altLang="en-US"/>
              <a:pPr>
                <a:defRPr/>
              </a:pPr>
              <a:t>‹#›</a:t>
            </a:fld>
            <a:endParaRPr lang="en-US" altLang="ko-KR"/>
          </a:p>
        </p:txBody>
      </p:sp>
    </p:spTree>
    <p:extLst>
      <p:ext uri="{BB962C8B-B14F-4D97-AF65-F5344CB8AC3E}">
        <p14:creationId xmlns:p14="http://schemas.microsoft.com/office/powerpoint/2010/main" val="2080744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95300" y="273050"/>
            <a:ext cx="3259138"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BFA4C302-6C80-4A39-B506-8CCE91341594}" type="slidenum">
              <a:rPr lang="ko-KR" altLang="en-US"/>
              <a:pPr>
                <a:defRPr/>
              </a:pPr>
              <a:t>‹#›</a:t>
            </a:fld>
            <a:endParaRPr lang="en-US" altLang="ko-KR"/>
          </a:p>
        </p:txBody>
      </p:sp>
    </p:spTree>
    <p:extLst>
      <p:ext uri="{BB962C8B-B14F-4D97-AF65-F5344CB8AC3E}">
        <p14:creationId xmlns:p14="http://schemas.microsoft.com/office/powerpoint/2010/main" val="3959016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941513" y="4800600"/>
            <a:ext cx="59436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36ED45D6-AF39-4811-87AF-C001B73F9801}" type="slidenum">
              <a:rPr lang="ko-KR" altLang="en-US"/>
              <a:pPr>
                <a:defRPr/>
              </a:pPr>
              <a:t>‹#›</a:t>
            </a:fld>
            <a:endParaRPr lang="en-US" altLang="ko-KR"/>
          </a:p>
        </p:txBody>
      </p:sp>
    </p:spTree>
    <p:extLst>
      <p:ext uri="{BB962C8B-B14F-4D97-AF65-F5344CB8AC3E}">
        <p14:creationId xmlns:p14="http://schemas.microsoft.com/office/powerpoint/2010/main" val="1552000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75B3BECB-650F-4755-92EA-F11B9BCD1FD0}" type="slidenum">
              <a:rPr lang="ko-KR" altLang="en-US"/>
              <a:pPr>
                <a:defRPr/>
              </a:pPr>
              <a:t>‹#›</a:t>
            </a:fld>
            <a:endParaRPr lang="en-US" altLang="ko-KR"/>
          </a:p>
        </p:txBody>
      </p:sp>
    </p:spTree>
    <p:extLst>
      <p:ext uri="{BB962C8B-B14F-4D97-AF65-F5344CB8AC3E}">
        <p14:creationId xmlns:p14="http://schemas.microsoft.com/office/powerpoint/2010/main" val="3982277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994525" y="149225"/>
            <a:ext cx="2168525" cy="5565775"/>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88950" y="149225"/>
            <a:ext cx="6353175" cy="5565775"/>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5"/>
          <p:cNvSpPr>
            <a:spLocks noGrp="1" noChangeArrowheads="1"/>
          </p:cNvSpPr>
          <p:nvPr>
            <p:ph type="sldNum" sz="quarter" idx="10"/>
          </p:nvPr>
        </p:nvSpPr>
        <p:spPr/>
        <p:txBody>
          <a:bodyPr/>
          <a:lstStyle>
            <a:lvl1pPr>
              <a:spcBef>
                <a:spcPct val="50000"/>
              </a:spcBef>
              <a:buFont typeface="굴림" pitchFamily="50" charset="-127"/>
              <a:buNone/>
              <a:defRPr/>
            </a:lvl1pPr>
          </a:lstStyle>
          <a:p>
            <a:pPr>
              <a:defRPr/>
            </a:pPr>
            <a:fld id="{A951A513-08C6-43C1-801D-AE6A10323CC2}" type="slidenum">
              <a:rPr lang="ko-KR" altLang="en-US"/>
              <a:pPr>
                <a:defRPr/>
              </a:pPr>
              <a:t>‹#›</a:t>
            </a:fld>
            <a:endParaRPr lang="en-US" altLang="ko-KR"/>
          </a:p>
        </p:txBody>
      </p:sp>
    </p:spTree>
    <p:extLst>
      <p:ext uri="{BB962C8B-B14F-4D97-AF65-F5344CB8AC3E}">
        <p14:creationId xmlns:p14="http://schemas.microsoft.com/office/powerpoint/2010/main" val="11095087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0931662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602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495300" y="274638"/>
            <a:ext cx="8915400" cy="1143000"/>
          </a:xfrm>
          <a:prstGeom prst="rect">
            <a:avLst/>
          </a:prstGeom>
        </p:spPr>
        <p:txBody>
          <a:bodyPr lIns="91407" tIns="45704" rIns="91407" bIns="45704"/>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extLst>
      <p:ext uri="{BB962C8B-B14F-4D97-AF65-F5344CB8AC3E}">
        <p14:creationId xmlns:p14="http://schemas.microsoft.com/office/powerpoint/2010/main" val="11808338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9799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816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36601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3625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85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316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9802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46470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6.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1027"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BF3E1A70-8405-4319-AD05-7599D615B23B}" type="slidenum">
              <a:rPr lang="ko-KR" altLang="en-US"/>
              <a:pPr>
                <a:defRPr/>
              </a:pPr>
              <a:t>‹#›</a:t>
            </a:fld>
            <a:endParaRPr lang="en-US" altLang="ko-KR"/>
          </a:p>
        </p:txBody>
      </p:sp>
      <p:sp>
        <p:nvSpPr>
          <p:cNvPr id="1029"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userDrawn="1"/>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4FCE5C35-6619-4DB3-8B2C-E4CA67E0DB23}" type="slidenum">
              <a:rPr lang="ko-KR" altLang="en-US" sz="1000" smtClean="0">
                <a:solidFill>
                  <a:schemeClr val="tx1"/>
                </a:solidFill>
              </a:rPr>
              <a:pPr algn="ctr" eaLnBrk="1" hangingPunct="1">
                <a:defRPr/>
              </a:pPr>
              <a:t>‹#›</a:t>
            </a:fld>
            <a:endParaRPr lang="ko-KR" altLang="en-US" sz="1000">
              <a:solidFill>
                <a:schemeClr val="tx1"/>
              </a:solidFill>
            </a:endParaRPr>
          </a:p>
        </p:txBody>
      </p:sp>
    </p:spTree>
  </p:cSld>
  <p:clrMap bg1="lt1" tx1="dk1" bg2="lt2" tx2="dk2" accent1="accent1" accent2="accent2" accent3="accent3" accent4="accent4" accent5="accent5" accent6="accent6" hlink="hlink" folHlink="folHlink"/>
  <p:sldLayoutIdLst>
    <p:sldLayoutId id="2147484613" r:id="rId1"/>
    <p:sldLayoutId id="2147484615"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57" tIns="45680" rIns="91357" bIns="4568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2" r:id="rId1"/>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30188"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4600" indent="-230188"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1800" indent="-230188"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9000" indent="-230188"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6200" indent="-230188"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3074"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3075"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FC6450A0-0B22-45AA-B08E-FB1FECC8EC44}" type="slidenum">
              <a:rPr lang="ko-KR" altLang="en-US"/>
              <a:pPr>
                <a:defRPr/>
              </a:pPr>
              <a:t>‹#›</a:t>
            </a:fld>
            <a:endParaRPr lang="en-US" altLang="ko-KR"/>
          </a:p>
        </p:txBody>
      </p:sp>
      <p:sp>
        <p:nvSpPr>
          <p:cNvPr id="3077" name="Line 6"/>
          <p:cNvSpPr>
            <a:spLocks noChangeShapeType="1"/>
          </p:cNvSpPr>
          <p:nvPr/>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Tree>
  </p:cSld>
  <p:clrMap bg1="lt1" tx1="dk1" bg2="lt2" tx2="dk2" accent1="accent1" accent2="accent2" accent3="accent3" accent4="accent4" accent5="accent5" accent6="accent6" hlink="hlink" folHlink="folHlink"/>
  <p:sldLayoutIdLst>
    <p:sldLayoutId id="2147484617" r:id="rId1"/>
    <p:sldLayoutId id="2147484618" r:id="rId2"/>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212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2143B43F-588A-4EA4-99DD-0EFE8A689109}"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3" r:id="rId1"/>
    <p:sldLayoutId id="2147484627" r:id="rId2"/>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bwMode="auto">
          <a:xfrm>
            <a:off x="488950" y="149225"/>
            <a:ext cx="8420100" cy="396875"/>
          </a:xfrm>
          <a:prstGeom prst="rect">
            <a:avLst/>
          </a:prstGeom>
          <a:noFill/>
          <a:ln>
            <a:noFill/>
          </a:ln>
          <a:effectLst>
            <a:outerShdw dist="1796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ko-KR" altLang="en-US"/>
              <a:t>마스터 제목 스타일 편집</a:t>
            </a:r>
          </a:p>
        </p:txBody>
      </p:sp>
      <p:sp>
        <p:nvSpPr>
          <p:cNvPr id="5123" name="Rectangle 4"/>
          <p:cNvSpPr>
            <a:spLocks noGrp="1" noChangeArrowheads="1"/>
          </p:cNvSpPr>
          <p:nvPr>
            <p:ph type="body" idx="1"/>
          </p:nvPr>
        </p:nvSpPr>
        <p:spPr bwMode="auto">
          <a:xfrm>
            <a:off x="742950" y="1600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3098629" name="Rectangle 5"/>
          <p:cNvSpPr>
            <a:spLocks noGrp="1" noChangeArrowheads="1"/>
          </p:cNvSpPr>
          <p:nvPr>
            <p:ph type="sldNum" sz="quarter" idx="4"/>
          </p:nvPr>
        </p:nvSpPr>
        <p:spPr bwMode="auto">
          <a:xfrm>
            <a:off x="9534525" y="6692900"/>
            <a:ext cx="330200" cy="152400"/>
          </a:xfrm>
          <a:prstGeom prst="rect">
            <a:avLst/>
          </a:prstGeom>
          <a:noFill/>
          <a:ln>
            <a:noFill/>
          </a:ln>
          <a:effectLst/>
        </p:spPr>
        <p:txBody>
          <a:bodyPr vert="horz" wrap="square" lIns="0" tIns="0" rIns="0" bIns="0" numCol="1" anchor="t" anchorCtr="0" compatLnSpc="1">
            <a:prstTxWarp prst="textNoShape">
              <a:avLst/>
            </a:prstTxWarp>
            <a:spAutoFit/>
          </a:bodyPr>
          <a:lstStyle>
            <a:lvl1pPr algn="r" eaLnBrk="1" latinLnBrk="1" hangingPunct="1">
              <a:defRPr sz="1000">
                <a:solidFill>
                  <a:srgbClr val="000000"/>
                </a:solidFill>
                <a:latin typeface="Times New Roman" pitchFamily="18" charset="0"/>
                <a:ea typeface="+mn-ea"/>
              </a:defRPr>
            </a:lvl1pPr>
          </a:lstStyle>
          <a:p>
            <a:pPr>
              <a:defRPr/>
            </a:pPr>
            <a:fld id="{CD2811CC-7812-4243-96B6-8D44FB2BE536}" type="slidenum">
              <a:rPr lang="ko-KR" altLang="en-US"/>
              <a:pPr>
                <a:defRPr/>
              </a:pPr>
              <a:t>‹#›</a:t>
            </a:fld>
            <a:endParaRPr lang="en-US" altLang="ko-KR"/>
          </a:p>
        </p:txBody>
      </p:sp>
      <p:sp>
        <p:nvSpPr>
          <p:cNvPr id="5125" name="Line 6"/>
          <p:cNvSpPr>
            <a:spLocks noChangeShapeType="1"/>
          </p:cNvSpPr>
          <p:nvPr userDrawn="1"/>
        </p:nvSpPr>
        <p:spPr bwMode="auto">
          <a:xfrm>
            <a:off x="74613" y="638175"/>
            <a:ext cx="9756775" cy="0"/>
          </a:xfrm>
          <a:prstGeom prst="line">
            <a:avLst/>
          </a:prstGeom>
          <a:noFill/>
          <a:ln w="38100">
            <a:solidFill>
              <a:srgbClr val="333333"/>
            </a:solidFill>
            <a:round/>
            <a:headEnd/>
            <a:tailEnd/>
          </a:ln>
          <a:extLst>
            <a:ext uri="{909E8E84-426E-40DD-AFC4-6F175D3DCCD1}">
              <a14:hiddenFill xmlns:a14="http://schemas.microsoft.com/office/drawing/2010/main">
                <a:noFill/>
              </a14:hiddenFill>
            </a:ext>
          </a:extLst>
        </p:spPr>
        <p:txBody>
          <a:bodyPr/>
          <a:lstStyle/>
          <a:p>
            <a:endParaRPr lang="ko-KR" altLang="en-US"/>
          </a:p>
        </p:txBody>
      </p:sp>
      <p:sp>
        <p:nvSpPr>
          <p:cNvPr id="6" name="슬라이드 번호 개체 틀 5"/>
          <p:cNvSpPr txBox="1">
            <a:spLocks/>
          </p:cNvSpPr>
          <p:nvPr/>
        </p:nvSpPr>
        <p:spPr>
          <a:xfrm>
            <a:off x="3794125" y="6669088"/>
            <a:ext cx="2311400" cy="133350"/>
          </a:xfrm>
          <a:prstGeom prst="rect">
            <a:avLst/>
          </a:prstGeom>
        </p:spPr>
        <p:txBody>
          <a:bodyPr anchor="ctr"/>
          <a:lstStyle>
            <a:defPPr>
              <a:defRPr lang="ko-KR"/>
            </a:defPPr>
            <a:lvl1pPr algn="r" rtl="0" fontAlgn="base" latinLnBrk="1">
              <a:spcBef>
                <a:spcPct val="0"/>
              </a:spcBef>
              <a:spcAft>
                <a:spcPct val="0"/>
              </a:spcAft>
              <a:defRPr kumimoji="1" sz="1200" kern="1200">
                <a:solidFill>
                  <a:schemeClr val="tx1">
                    <a:tint val="75000"/>
                  </a:schemeClr>
                </a:solidFill>
                <a:latin typeface="맑은 고딕" pitchFamily="50" charset="-127"/>
                <a:ea typeface="맑은 고딕" pitchFamily="50" charset="-127"/>
                <a:cs typeface="+mn-cs"/>
              </a:defRPr>
            </a:lvl1pPr>
            <a:lvl2pPr marL="4572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2pPr>
            <a:lvl3pPr marL="9144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3pPr>
            <a:lvl4pPr marL="13716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4pPr>
            <a:lvl5pPr marL="1828800" algn="l" rtl="0" fontAlgn="base" latinLnBrk="1">
              <a:spcBef>
                <a:spcPct val="0"/>
              </a:spcBef>
              <a:spcAft>
                <a:spcPct val="0"/>
              </a:spcAft>
              <a:defRPr kumimoji="1" sz="24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kumimoji="1" sz="24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kumimoji="1" sz="24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kumimoji="1" sz="24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kumimoji="1" sz="2400" kern="1200">
                <a:solidFill>
                  <a:schemeClr val="tx1"/>
                </a:solidFill>
                <a:latin typeface="맑은 고딕" pitchFamily="50" charset="-127"/>
                <a:ea typeface="맑은 고딕" pitchFamily="50" charset="-127"/>
                <a:cs typeface="+mn-cs"/>
              </a:defRPr>
            </a:lvl9pPr>
          </a:lstStyle>
          <a:p>
            <a:pPr algn="ctr" eaLnBrk="1" hangingPunct="1">
              <a:defRPr/>
            </a:pPr>
            <a:fld id="{7E73D60E-83FB-4AAA-BB61-F7E48E5B5368}" type="slidenum">
              <a:rPr lang="ko-KR" altLang="en-US" sz="1000" smtClean="0">
                <a:solidFill>
                  <a:srgbClr val="000000"/>
                </a:solidFill>
              </a:rPr>
              <a:pPr algn="ctr" eaLnBrk="1" hangingPunct="1">
                <a:defRPr/>
              </a:pPr>
              <a:t>‹#›</a:t>
            </a:fld>
            <a:endParaRPr lang="ko-KR"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4619" r:id="rId1"/>
    <p:sldLayoutId id="2147484620" r:id="rId2"/>
    <p:sldLayoutId id="2147484621" r:id="rId3"/>
    <p:sldLayoutId id="2147484622" r:id="rId4"/>
    <p:sldLayoutId id="2147484623" r:id="rId5"/>
    <p:sldLayoutId id="2147484624" r:id="rId6"/>
    <p:sldLayoutId id="2147484625" r:id="rId7"/>
    <p:sldLayoutId id="2147484626" r:id="rId8"/>
  </p:sldLayoutIdLst>
  <p:hf hdr="0" ftr="0" dt="0"/>
  <p:txStyles>
    <p:titleStyle>
      <a:lvl1pPr algn="l" rtl="0" eaLnBrk="0" fontAlgn="base" latinLnBrk="1" hangingPunct="0">
        <a:spcBef>
          <a:spcPct val="0"/>
        </a:spcBef>
        <a:spcAft>
          <a:spcPct val="0"/>
        </a:spcAft>
        <a:defRPr kumimoji="1" sz="2600" b="1">
          <a:solidFill>
            <a:schemeClr val="bg1"/>
          </a:solidFill>
          <a:latin typeface="+mj-lt"/>
          <a:ea typeface="+mj-ea"/>
          <a:cs typeface="+mj-cs"/>
        </a:defRPr>
      </a:lvl1pPr>
      <a:lvl2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600" b="1">
          <a:solidFill>
            <a:schemeClr val="bg1"/>
          </a:solidFill>
          <a:latin typeface="굴림" pitchFamily="50" charset="-127"/>
          <a:ea typeface="굴림" pitchFamily="50" charset="-127"/>
        </a:defRPr>
      </a:lvl5pPr>
      <a:lvl6pPr marL="457200" algn="l" rtl="0" fontAlgn="base" latinLnBrk="1">
        <a:spcBef>
          <a:spcPct val="0"/>
        </a:spcBef>
        <a:spcAft>
          <a:spcPct val="0"/>
        </a:spcAft>
        <a:defRPr kumimoji="1" sz="2600" b="1">
          <a:solidFill>
            <a:schemeClr val="bg1"/>
          </a:solidFill>
          <a:latin typeface="굴림" pitchFamily="50" charset="-127"/>
          <a:ea typeface="굴림" pitchFamily="50" charset="-127"/>
        </a:defRPr>
      </a:lvl6pPr>
      <a:lvl7pPr marL="914400" algn="l" rtl="0" fontAlgn="base" latinLnBrk="1">
        <a:spcBef>
          <a:spcPct val="0"/>
        </a:spcBef>
        <a:spcAft>
          <a:spcPct val="0"/>
        </a:spcAft>
        <a:defRPr kumimoji="1" sz="2600" b="1">
          <a:solidFill>
            <a:schemeClr val="bg1"/>
          </a:solidFill>
          <a:latin typeface="굴림" pitchFamily="50" charset="-127"/>
          <a:ea typeface="굴림" pitchFamily="50" charset="-127"/>
        </a:defRPr>
      </a:lvl7pPr>
      <a:lvl8pPr marL="1371600" algn="l" rtl="0" fontAlgn="base" latinLnBrk="1">
        <a:spcBef>
          <a:spcPct val="0"/>
        </a:spcBef>
        <a:spcAft>
          <a:spcPct val="0"/>
        </a:spcAft>
        <a:defRPr kumimoji="1" sz="2600" b="1">
          <a:solidFill>
            <a:schemeClr val="bg1"/>
          </a:solidFill>
          <a:latin typeface="굴림" pitchFamily="50" charset="-127"/>
          <a:ea typeface="굴림" pitchFamily="50" charset="-127"/>
        </a:defRPr>
      </a:lvl8pPr>
      <a:lvl9pPr marL="1828800" algn="l" rtl="0" fontAlgn="base" latinLnBrk="1">
        <a:spcBef>
          <a:spcPct val="0"/>
        </a:spcBef>
        <a:spcAft>
          <a:spcPct val="0"/>
        </a:spcAft>
        <a:defRPr kumimoji="1" sz="2600" b="1">
          <a:solidFill>
            <a:schemeClr val="bg1"/>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14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14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1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14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1400">
          <a:solidFill>
            <a:schemeClr val="tx1"/>
          </a:solidFill>
          <a:latin typeface="+mn-lt"/>
          <a:ea typeface="+mn-ea"/>
        </a:defRPr>
      </a:lvl5pPr>
      <a:lvl6pPr marL="2514600" indent="-228600" algn="l" rtl="0" fontAlgn="base" latinLnBrk="1">
        <a:spcBef>
          <a:spcPct val="20000"/>
        </a:spcBef>
        <a:spcAft>
          <a:spcPct val="0"/>
        </a:spcAft>
        <a:buChar char="»"/>
        <a:defRPr kumimoji="1" sz="1400">
          <a:solidFill>
            <a:schemeClr val="tx1"/>
          </a:solidFill>
          <a:latin typeface="+mn-lt"/>
          <a:ea typeface="+mn-ea"/>
        </a:defRPr>
      </a:lvl6pPr>
      <a:lvl7pPr marL="2971800" indent="-228600" algn="l" rtl="0" fontAlgn="base" latinLnBrk="1">
        <a:spcBef>
          <a:spcPct val="20000"/>
        </a:spcBef>
        <a:spcAft>
          <a:spcPct val="0"/>
        </a:spcAft>
        <a:buChar char="»"/>
        <a:defRPr kumimoji="1" sz="1400">
          <a:solidFill>
            <a:schemeClr val="tx1"/>
          </a:solidFill>
          <a:latin typeface="+mn-lt"/>
          <a:ea typeface="+mn-ea"/>
        </a:defRPr>
      </a:lvl7pPr>
      <a:lvl8pPr marL="3429000" indent="-228600" algn="l" rtl="0" fontAlgn="base" latinLnBrk="1">
        <a:spcBef>
          <a:spcPct val="20000"/>
        </a:spcBef>
        <a:spcAft>
          <a:spcPct val="0"/>
        </a:spcAft>
        <a:buChar char="»"/>
        <a:defRPr kumimoji="1" sz="1400">
          <a:solidFill>
            <a:schemeClr val="tx1"/>
          </a:solidFill>
          <a:latin typeface="+mn-lt"/>
          <a:ea typeface="+mn-ea"/>
        </a:defRPr>
      </a:lvl8pPr>
      <a:lvl9pPr marL="3886200" indent="-228600" algn="l" rtl="0" fontAlgn="base" latinLnBrk="1">
        <a:spcBef>
          <a:spcPct val="20000"/>
        </a:spcBef>
        <a:spcAft>
          <a:spcPct val="0"/>
        </a:spcAft>
        <a:buChar char="»"/>
        <a:defRPr kumimoji="1" sz="14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3"/>
          <p:cNvSpPr>
            <a:spLocks noGrp="1" noChangeArrowheads="1"/>
          </p:cNvSpPr>
          <p:nvPr>
            <p:ph type="body" idx="1"/>
          </p:nvPr>
        </p:nvSpPr>
        <p:spPr bwMode="auto">
          <a:xfrm>
            <a:off x="742950" y="1371600"/>
            <a:ext cx="85852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24" tIns="45663" rIns="91324" bIns="45663"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Tree>
  </p:cSld>
  <p:clrMap bg1="lt1" tx1="dk1" bg2="lt2" tx2="dk2" accent1="accent1" accent2="accent2" accent3="accent3" accent4="accent4" accent5="accent5" accent6="accent6" hlink="hlink" folHlink="folHlink"/>
  <p:sldLayoutIdLst>
    <p:sldLayoutId id="2147484604" r:id="rId1"/>
    <p:sldLayoutId id="2147484605" r:id="rId2"/>
    <p:sldLayoutId id="2147484606" r:id="rId3"/>
    <p:sldLayoutId id="2147484607" r:id="rId4"/>
  </p:sldLayoutIdLst>
  <p:hf hdr="0" ftr="0" dt="0"/>
  <p:txStyles>
    <p:titleStyle>
      <a:lvl1pPr algn="l" rtl="0" eaLnBrk="0" fontAlgn="base" latinLnBrk="1" hangingPunct="0">
        <a:spcBef>
          <a:spcPct val="0"/>
        </a:spcBef>
        <a:spcAft>
          <a:spcPct val="0"/>
        </a:spcAft>
        <a:defRPr kumimoji="1" sz="2200">
          <a:solidFill>
            <a:schemeClr val="bg1"/>
          </a:solidFill>
          <a:latin typeface="+mj-lt"/>
          <a:ea typeface="+mj-ea"/>
          <a:cs typeface="+mj-cs"/>
        </a:defRPr>
      </a:lvl1pPr>
      <a:lvl2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2pPr>
      <a:lvl3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3pPr>
      <a:lvl4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4pPr>
      <a:lvl5pPr algn="l" rtl="0" eaLnBrk="0" fontAlgn="base" latinLnBrk="1" hangingPunct="0">
        <a:spcBef>
          <a:spcPct val="0"/>
        </a:spcBef>
        <a:spcAft>
          <a:spcPct val="0"/>
        </a:spcAft>
        <a:defRPr kumimoji="1" sz="2200">
          <a:solidFill>
            <a:schemeClr val="bg1"/>
          </a:solidFill>
          <a:latin typeface="굴림" pitchFamily="50" charset="-127"/>
          <a:ea typeface="굴림" pitchFamily="50" charset="-127"/>
        </a:defRPr>
      </a:lvl5pPr>
      <a:lvl6pPr marL="457034" algn="l" rtl="0" fontAlgn="base" latinLnBrk="1">
        <a:spcBef>
          <a:spcPct val="0"/>
        </a:spcBef>
        <a:spcAft>
          <a:spcPct val="0"/>
        </a:spcAft>
        <a:defRPr kumimoji="1" sz="2200">
          <a:solidFill>
            <a:schemeClr val="bg1"/>
          </a:solidFill>
          <a:latin typeface="굴림" pitchFamily="50" charset="-127"/>
          <a:ea typeface="굴림" pitchFamily="50" charset="-127"/>
        </a:defRPr>
      </a:lvl6pPr>
      <a:lvl7pPr marL="914070" algn="l" rtl="0" fontAlgn="base" latinLnBrk="1">
        <a:spcBef>
          <a:spcPct val="0"/>
        </a:spcBef>
        <a:spcAft>
          <a:spcPct val="0"/>
        </a:spcAft>
        <a:defRPr kumimoji="1" sz="2200">
          <a:solidFill>
            <a:schemeClr val="bg1"/>
          </a:solidFill>
          <a:latin typeface="굴림" pitchFamily="50" charset="-127"/>
          <a:ea typeface="굴림" pitchFamily="50" charset="-127"/>
        </a:defRPr>
      </a:lvl7pPr>
      <a:lvl8pPr marL="1371106" algn="l" rtl="0" fontAlgn="base" latinLnBrk="1">
        <a:spcBef>
          <a:spcPct val="0"/>
        </a:spcBef>
        <a:spcAft>
          <a:spcPct val="0"/>
        </a:spcAft>
        <a:defRPr kumimoji="1" sz="2200">
          <a:solidFill>
            <a:schemeClr val="bg1"/>
          </a:solidFill>
          <a:latin typeface="굴림" pitchFamily="50" charset="-127"/>
          <a:ea typeface="굴림" pitchFamily="50" charset="-127"/>
        </a:defRPr>
      </a:lvl8pPr>
      <a:lvl9pPr marL="1828140" algn="l" rtl="0" fontAlgn="base" latinLnBrk="1">
        <a:spcBef>
          <a:spcPct val="0"/>
        </a:spcBef>
        <a:spcAft>
          <a:spcPct val="0"/>
        </a:spcAft>
        <a:defRPr kumimoji="1" sz="2200">
          <a:solidFill>
            <a:schemeClr val="bg1"/>
          </a:solidFill>
          <a:latin typeface="굴림" pitchFamily="50" charset="-127"/>
          <a:ea typeface="굴림" pitchFamily="50" charset="-127"/>
        </a:defRPr>
      </a:lvl9pPr>
    </p:titleStyle>
    <p:bodyStyle>
      <a:lvl1pPr marL="341313" indent="-341313" algn="l" rtl="0" eaLnBrk="0" fontAlgn="base" latinLnBrk="1" hangingPunct="0">
        <a:spcBef>
          <a:spcPct val="20000"/>
        </a:spcBef>
        <a:spcAft>
          <a:spcPct val="0"/>
        </a:spcAft>
        <a:buClr>
          <a:schemeClr val="accent1"/>
        </a:buClr>
        <a:buSzPct val="75000"/>
        <a:buFont typeface="Wingdings" panose="05000000000000000000" pitchFamily="2" charset="2"/>
        <a:buChar char="£"/>
        <a:defRPr kumimoji="1" sz="3200">
          <a:solidFill>
            <a:schemeClr val="tx1"/>
          </a:solidFill>
          <a:latin typeface="+mn-lt"/>
          <a:ea typeface="+mn-ea"/>
          <a:cs typeface="+mn-cs"/>
        </a:defRPr>
      </a:lvl1pPr>
      <a:lvl2pPr marL="741363" indent="-284163" algn="l" rtl="0" eaLnBrk="0" fontAlgn="base" latinLnBrk="1" hangingPunct="0">
        <a:spcBef>
          <a:spcPct val="20000"/>
        </a:spcBef>
        <a:spcAft>
          <a:spcPct val="0"/>
        </a:spcAft>
        <a:buChar char="–"/>
        <a:defRPr kumimoji="1" sz="2800">
          <a:solidFill>
            <a:schemeClr val="tx1"/>
          </a:solidFill>
          <a:latin typeface="+mn-lt"/>
          <a:ea typeface="+mn-ea"/>
        </a:defRPr>
      </a:lvl2pPr>
      <a:lvl3pPr marL="1141413" indent="-227013" algn="l" rtl="0" eaLnBrk="0" fontAlgn="base" latinLnBrk="1" hangingPunct="0">
        <a:spcBef>
          <a:spcPct val="20000"/>
        </a:spcBef>
        <a:spcAft>
          <a:spcPct val="0"/>
        </a:spcAft>
        <a:buClr>
          <a:schemeClr val="accent1"/>
        </a:buClr>
        <a:buChar char="•"/>
        <a:defRPr kumimoji="1" sz="2400">
          <a:solidFill>
            <a:schemeClr val="tx1"/>
          </a:solidFill>
          <a:latin typeface="+mn-lt"/>
          <a:ea typeface="+mn-ea"/>
        </a:defRPr>
      </a:lvl3pPr>
      <a:lvl4pPr marL="1598613" indent="-227013" algn="l" rtl="0" eaLnBrk="0" fontAlgn="base" latinLnBrk="1" hangingPunct="0">
        <a:spcBef>
          <a:spcPct val="20000"/>
        </a:spcBef>
        <a:spcAft>
          <a:spcPct val="0"/>
        </a:spcAft>
        <a:buChar char="–"/>
        <a:defRPr kumimoji="1" sz="2000">
          <a:solidFill>
            <a:schemeClr val="tx1"/>
          </a:solidFill>
          <a:latin typeface="+mn-lt"/>
          <a:ea typeface="+mn-ea"/>
        </a:defRPr>
      </a:lvl4pPr>
      <a:lvl5pPr marL="2055813" indent="-228600" algn="l" rtl="0" eaLnBrk="0" fontAlgn="base" latinLnBrk="1" hangingPunct="0">
        <a:spcBef>
          <a:spcPct val="20000"/>
        </a:spcBef>
        <a:spcAft>
          <a:spcPct val="0"/>
        </a:spcAft>
        <a:buClr>
          <a:schemeClr val="accent1"/>
        </a:buClr>
        <a:buChar char="•"/>
        <a:defRPr kumimoji="1" sz="2000">
          <a:solidFill>
            <a:schemeClr val="tx1"/>
          </a:solidFill>
          <a:latin typeface="+mn-lt"/>
          <a:ea typeface="+mn-ea"/>
        </a:defRPr>
      </a:lvl5pPr>
      <a:lvl6pPr marL="2513694" indent="-230104" algn="l" rtl="0" fontAlgn="base" latinLnBrk="1">
        <a:spcBef>
          <a:spcPct val="20000"/>
        </a:spcBef>
        <a:spcAft>
          <a:spcPct val="0"/>
        </a:spcAft>
        <a:buClr>
          <a:schemeClr val="accent1"/>
        </a:buClr>
        <a:buChar char="•"/>
        <a:defRPr kumimoji="1" sz="2000">
          <a:solidFill>
            <a:schemeClr val="tx1"/>
          </a:solidFill>
          <a:latin typeface="+mn-lt"/>
          <a:ea typeface="+mn-ea"/>
        </a:defRPr>
      </a:lvl6pPr>
      <a:lvl7pPr marL="2970728" indent="-230104" algn="l" rtl="0" fontAlgn="base" latinLnBrk="1">
        <a:spcBef>
          <a:spcPct val="20000"/>
        </a:spcBef>
        <a:spcAft>
          <a:spcPct val="0"/>
        </a:spcAft>
        <a:buClr>
          <a:schemeClr val="accent1"/>
        </a:buClr>
        <a:buChar char="•"/>
        <a:defRPr kumimoji="1" sz="2000">
          <a:solidFill>
            <a:schemeClr val="tx1"/>
          </a:solidFill>
          <a:latin typeface="+mn-lt"/>
          <a:ea typeface="+mn-ea"/>
        </a:defRPr>
      </a:lvl7pPr>
      <a:lvl8pPr marL="3427764" indent="-230104" algn="l" rtl="0" fontAlgn="base" latinLnBrk="1">
        <a:spcBef>
          <a:spcPct val="20000"/>
        </a:spcBef>
        <a:spcAft>
          <a:spcPct val="0"/>
        </a:spcAft>
        <a:buClr>
          <a:schemeClr val="accent1"/>
        </a:buClr>
        <a:buChar char="•"/>
        <a:defRPr kumimoji="1" sz="2000">
          <a:solidFill>
            <a:schemeClr val="tx1"/>
          </a:solidFill>
          <a:latin typeface="+mn-lt"/>
          <a:ea typeface="+mn-ea"/>
        </a:defRPr>
      </a:lvl8pPr>
      <a:lvl9pPr marL="3884798" indent="-230104" algn="l" rtl="0" fontAlgn="base" latinLnBrk="1">
        <a:spcBef>
          <a:spcPct val="20000"/>
        </a:spcBef>
        <a:spcAft>
          <a:spcPct val="0"/>
        </a:spcAft>
        <a:buClr>
          <a:schemeClr val="accent1"/>
        </a:buClr>
        <a:buChar char="•"/>
        <a:defRPr kumimoji="1" sz="2000">
          <a:solidFill>
            <a:schemeClr val="tx1"/>
          </a:solidFill>
          <a:latin typeface="+mn-lt"/>
          <a:ea typeface="+mn-ea"/>
        </a:defRPr>
      </a:lvl9pPr>
    </p:bodyStyle>
    <p:otherStyle>
      <a:defPPr>
        <a:defRPr lang="ko-KR"/>
      </a:defPPr>
      <a:lvl1pPr marL="0" algn="l" defTabSz="914070" rtl="0" eaLnBrk="1" latinLnBrk="1" hangingPunct="1">
        <a:defRPr sz="1800" kern="1200">
          <a:solidFill>
            <a:schemeClr val="tx1"/>
          </a:solidFill>
          <a:latin typeface="+mn-lt"/>
          <a:ea typeface="+mn-ea"/>
          <a:cs typeface="+mn-cs"/>
        </a:defRPr>
      </a:lvl1pPr>
      <a:lvl2pPr marL="457034" algn="l" defTabSz="914070" rtl="0" eaLnBrk="1" latinLnBrk="1" hangingPunct="1">
        <a:defRPr sz="1800" kern="1200">
          <a:solidFill>
            <a:schemeClr val="tx1"/>
          </a:solidFill>
          <a:latin typeface="+mn-lt"/>
          <a:ea typeface="+mn-ea"/>
          <a:cs typeface="+mn-cs"/>
        </a:defRPr>
      </a:lvl2pPr>
      <a:lvl3pPr marL="914070" algn="l" defTabSz="914070" rtl="0" eaLnBrk="1" latinLnBrk="1" hangingPunct="1">
        <a:defRPr sz="1800" kern="1200">
          <a:solidFill>
            <a:schemeClr val="tx1"/>
          </a:solidFill>
          <a:latin typeface="+mn-lt"/>
          <a:ea typeface="+mn-ea"/>
          <a:cs typeface="+mn-cs"/>
        </a:defRPr>
      </a:lvl3pPr>
      <a:lvl4pPr marL="1371106" algn="l" defTabSz="914070" rtl="0" eaLnBrk="1" latinLnBrk="1" hangingPunct="1">
        <a:defRPr sz="1800" kern="1200">
          <a:solidFill>
            <a:schemeClr val="tx1"/>
          </a:solidFill>
          <a:latin typeface="+mn-lt"/>
          <a:ea typeface="+mn-ea"/>
          <a:cs typeface="+mn-cs"/>
        </a:defRPr>
      </a:lvl4pPr>
      <a:lvl5pPr marL="1828140" algn="l" defTabSz="914070" rtl="0" eaLnBrk="1" latinLnBrk="1" hangingPunct="1">
        <a:defRPr sz="1800" kern="1200">
          <a:solidFill>
            <a:schemeClr val="tx1"/>
          </a:solidFill>
          <a:latin typeface="+mn-lt"/>
          <a:ea typeface="+mn-ea"/>
          <a:cs typeface="+mn-cs"/>
        </a:defRPr>
      </a:lvl5pPr>
      <a:lvl6pPr marL="2285176" algn="l" defTabSz="914070" rtl="0" eaLnBrk="1" latinLnBrk="1" hangingPunct="1">
        <a:defRPr sz="1800" kern="1200">
          <a:solidFill>
            <a:schemeClr val="tx1"/>
          </a:solidFill>
          <a:latin typeface="+mn-lt"/>
          <a:ea typeface="+mn-ea"/>
          <a:cs typeface="+mn-cs"/>
        </a:defRPr>
      </a:lvl6pPr>
      <a:lvl7pPr marL="2742211" algn="l" defTabSz="914070" rtl="0" eaLnBrk="1" latinLnBrk="1" hangingPunct="1">
        <a:defRPr sz="1800" kern="1200">
          <a:solidFill>
            <a:schemeClr val="tx1"/>
          </a:solidFill>
          <a:latin typeface="+mn-lt"/>
          <a:ea typeface="+mn-ea"/>
          <a:cs typeface="+mn-cs"/>
        </a:defRPr>
      </a:lvl7pPr>
      <a:lvl8pPr marL="3199246" algn="l" defTabSz="914070" rtl="0" eaLnBrk="1" latinLnBrk="1" hangingPunct="1">
        <a:defRPr sz="1800" kern="1200">
          <a:solidFill>
            <a:schemeClr val="tx1"/>
          </a:solidFill>
          <a:latin typeface="+mn-lt"/>
          <a:ea typeface="+mn-ea"/>
          <a:cs typeface="+mn-cs"/>
        </a:defRPr>
      </a:lvl8pPr>
      <a:lvl9pPr marL="3656281" algn="l" defTabSz="914070" rtl="0" eaLnBrk="1" latinLnBrk="1"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E0540FA-8777-4F79-A5C0-6CE94A47F9D7}" type="slidenum">
              <a:rPr kumimoji="0" lang="en-US" altLang="ko-KR" sz="923"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08" r:id="rId1"/>
    <p:sldLayoutId id="2147484609" r:id="rId2"/>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3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80114" tIns="40057" rIns="80114" bIns="40057">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85EF4213-695E-4C7A-9B6B-A3F3AB234D2D}" type="slidenum">
              <a:rPr kumimoji="0" lang="en-US" altLang="ko-KR" sz="1000" smtClean="0">
                <a:solidFill>
                  <a:prstClr val="black"/>
                </a:solidFill>
                <a:latin typeface="맑은 고딕"/>
                <a:ea typeface="-윤고딕330" pitchFamily="18" charset="-127"/>
                <a:cs typeface="산돌고딕 L"/>
              </a:rPr>
              <a:pPr algn="ctr" fontAlgn="auto">
                <a:spcBef>
                  <a:spcPts val="0"/>
                </a:spcBef>
                <a:spcAft>
                  <a:spcPts val="0"/>
                </a:spcAft>
                <a:defRPr/>
              </a:pPr>
              <a:t>‹#›</a:t>
            </a:fld>
            <a:endParaRPr kumimoji="0" lang="en-US" altLang="ko-KR" sz="1000">
              <a:solidFill>
                <a:prstClr val="black"/>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0"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ea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슬라이드 번호 개체 틀 3"/>
          <p:cNvSpPr txBox="1">
            <a:spLocks/>
          </p:cNvSpPr>
          <p:nvPr userDrawn="1"/>
        </p:nvSpPr>
        <p:spPr>
          <a:xfrm>
            <a:off x="4508500" y="6694488"/>
            <a:ext cx="863600" cy="119062"/>
          </a:xfrm>
          <a:prstGeom prst="rect">
            <a:avLst/>
          </a:prstGeom>
        </p:spPr>
        <p:txBody>
          <a:bodyPr anchor="ctr"/>
          <a:lstStyle>
            <a:defPPr>
              <a:defRPr lang="ko-KR"/>
            </a:defPPr>
            <a:lvl1pPr marL="0" algn="r" defTabSz="914400" rtl="0" eaLnBrk="1" latinLnBrk="1" hangingPunct="1">
              <a:defRPr sz="1200" kern="1200">
                <a:solidFill>
                  <a:schemeClr val="tx1">
                    <a:tint val="75000"/>
                  </a:schemeClr>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fontAlgn="auto">
              <a:spcBef>
                <a:spcPts val="0"/>
              </a:spcBef>
              <a:spcAft>
                <a:spcPts val="0"/>
              </a:spcAft>
              <a:defRPr/>
            </a:pPr>
            <a:fld id="{C6E8F611-2AE9-47E6-8C02-00FCF440BBB7}" type="slidenum">
              <a:rPr kumimoji="0" lang="ko-KR" altLang="en-US" sz="900" smtClean="0">
                <a:solidFill>
                  <a:prstClr val="black"/>
                </a:solidFill>
              </a:rPr>
              <a:pPr algn="ctr" fontAlgn="auto">
                <a:spcBef>
                  <a:spcPts val="0"/>
                </a:spcBef>
                <a:spcAft>
                  <a:spcPts val="0"/>
                </a:spcAft>
                <a:defRPr/>
              </a:pPr>
              <a:t>‹#›</a:t>
            </a:fld>
            <a:endParaRPr kumimoji="0" lang="ko-KR" altLang="en-US" sz="900">
              <a:solidFill>
                <a:prstClr val="black"/>
              </a:solidFill>
            </a:endParaRPr>
          </a:p>
        </p:txBody>
      </p:sp>
      <p:cxnSp>
        <p:nvCxnSpPr>
          <p:cNvPr id="3" name="직선 연결선 2"/>
          <p:cNvCxnSpPr/>
          <p:nvPr userDrawn="1"/>
        </p:nvCxnSpPr>
        <p:spPr>
          <a:xfrm>
            <a:off x="57150" y="549275"/>
            <a:ext cx="97917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11" r:id="rId1"/>
  </p:sldLayoutIdLst>
  <p:hf hdr="0" ftr="0" dt="0"/>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ctr" rtl="0" eaLnBrk="0" fontAlgn="base" latinLnBrk="1" hangingPunct="0">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ctr" rtl="0" fontAlgn="base" latinLnBrk="1">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342900" indent="-342900" algn="l" rtl="0" eaLnBrk="0" fontAlgn="base" latinLnBrk="1"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p:nvCxnSpPr>
        <p:spPr>
          <a:xfrm flipV="1">
            <a:off x="71438" y="619125"/>
            <a:ext cx="975836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Box 52"/>
          <p:cNvSpPr txBox="1">
            <a:spLocks noChangeArrowheads="1"/>
          </p:cNvSpPr>
          <p:nvPr userDrawn="1"/>
        </p:nvSpPr>
        <p:spPr bwMode="gray">
          <a:xfrm>
            <a:off x="4448175" y="6640513"/>
            <a:ext cx="1009650"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a:solidFill>
                  <a:srgbClr val="000000"/>
                </a:solidFill>
                <a:miter lim="800000"/>
                <a:headEnd/>
                <a:tailEnd/>
              </a14:hiddenLine>
            </a:ext>
          </a:extLst>
        </p:spPr>
        <p:txBody>
          <a:bodyPr lIns="73951" tIns="36976" rIns="73951" bIns="36976">
            <a:spAutoFit/>
          </a:bodyPr>
          <a:lstStyle>
            <a:lvl1pPr>
              <a:defRPr>
                <a:solidFill>
                  <a:schemeClr val="tx1"/>
                </a:solidFill>
                <a:latin typeface="맑은 고딕" pitchFamily="50" charset="-127"/>
                <a:ea typeface="맑은 고딕" pitchFamily="50" charset="-127"/>
              </a:defRPr>
            </a:lvl1pPr>
            <a:lvl2pPr marL="742950" indent="-285750">
              <a:defRPr>
                <a:solidFill>
                  <a:schemeClr val="tx1"/>
                </a:solidFill>
                <a:latin typeface="맑은 고딕" pitchFamily="50" charset="-127"/>
                <a:ea typeface="맑은 고딕" pitchFamily="50" charset="-127"/>
              </a:defRPr>
            </a:lvl2pPr>
            <a:lvl3pPr marL="1143000" indent="-228600">
              <a:defRPr>
                <a:solidFill>
                  <a:schemeClr val="tx1"/>
                </a:solidFill>
                <a:latin typeface="맑은 고딕" pitchFamily="50" charset="-127"/>
                <a:ea typeface="맑은 고딕" pitchFamily="50" charset="-127"/>
              </a:defRPr>
            </a:lvl3pPr>
            <a:lvl4pPr marL="1600200" indent="-228600">
              <a:defRPr>
                <a:solidFill>
                  <a:schemeClr val="tx1"/>
                </a:solidFill>
                <a:latin typeface="맑은 고딕" pitchFamily="50" charset="-127"/>
                <a:ea typeface="맑은 고딕" pitchFamily="50" charset="-127"/>
              </a:defRPr>
            </a:lvl4pPr>
            <a:lvl5pPr marL="2057400" indent="-228600">
              <a:defRPr>
                <a:solidFill>
                  <a:schemeClr val="tx1"/>
                </a:solidFill>
                <a:latin typeface="맑은 고딕" pitchFamily="50" charset="-127"/>
                <a:ea typeface="맑은 고딕" pitchFamily="50" charset="-127"/>
              </a:defRPr>
            </a:lvl5pPr>
            <a:lvl6pPr marL="2514600" indent="-228600" fontAlgn="base">
              <a:spcBef>
                <a:spcPct val="0"/>
              </a:spcBef>
              <a:spcAft>
                <a:spcPct val="0"/>
              </a:spcAft>
              <a:defRPr>
                <a:solidFill>
                  <a:schemeClr val="tx1"/>
                </a:solidFill>
                <a:latin typeface="맑은 고딕" pitchFamily="50" charset="-127"/>
                <a:ea typeface="맑은 고딕" pitchFamily="50" charset="-127"/>
              </a:defRPr>
            </a:lvl6pPr>
            <a:lvl7pPr marL="2971800" indent="-228600" fontAlgn="base">
              <a:spcBef>
                <a:spcPct val="0"/>
              </a:spcBef>
              <a:spcAft>
                <a:spcPct val="0"/>
              </a:spcAft>
              <a:defRPr>
                <a:solidFill>
                  <a:schemeClr val="tx1"/>
                </a:solidFill>
                <a:latin typeface="맑은 고딕" pitchFamily="50" charset="-127"/>
                <a:ea typeface="맑은 고딕" pitchFamily="50" charset="-127"/>
              </a:defRPr>
            </a:lvl7pPr>
            <a:lvl8pPr marL="3429000" indent="-228600" fontAlgn="base">
              <a:spcBef>
                <a:spcPct val="0"/>
              </a:spcBef>
              <a:spcAft>
                <a:spcPct val="0"/>
              </a:spcAft>
              <a:defRPr>
                <a:solidFill>
                  <a:schemeClr val="tx1"/>
                </a:solidFill>
                <a:latin typeface="맑은 고딕" pitchFamily="50" charset="-127"/>
                <a:ea typeface="맑은 고딕" pitchFamily="50" charset="-127"/>
              </a:defRPr>
            </a:lvl8pPr>
            <a:lvl9pPr marL="3886200" indent="-228600" fontAlgn="base">
              <a:spcBef>
                <a:spcPct val="0"/>
              </a:spcBef>
              <a:spcAft>
                <a:spcPct val="0"/>
              </a:spcAft>
              <a:defRPr>
                <a:solidFill>
                  <a:schemeClr val="tx1"/>
                </a:solidFill>
                <a:latin typeface="맑은 고딕" pitchFamily="50" charset="-127"/>
                <a:ea typeface="맑은 고딕" pitchFamily="50" charset="-127"/>
              </a:defRPr>
            </a:lvl9pPr>
          </a:lstStyle>
          <a:p>
            <a:pPr algn="ctr" fontAlgn="auto">
              <a:spcBef>
                <a:spcPts val="0"/>
              </a:spcBef>
              <a:spcAft>
                <a:spcPts val="0"/>
              </a:spcAft>
              <a:defRPr/>
            </a:pPr>
            <a:fld id="{9676B903-12F0-47A3-A460-847A4381F045}" type="slidenum">
              <a:rPr kumimoji="0" lang="en-US" altLang="ko-KR" sz="923" b="1" smtClean="0">
                <a:solidFill>
                  <a:prstClr val="black">
                    <a:lumMod val="65000"/>
                    <a:lumOff val="35000"/>
                  </a:prstClr>
                </a:solidFill>
                <a:latin typeface="맑은 고딕"/>
                <a:ea typeface="-윤고딕330" pitchFamily="18" charset="-127"/>
                <a:cs typeface="산돌고딕 L"/>
              </a:rPr>
              <a:pPr algn="ctr" fontAlgn="auto">
                <a:spcBef>
                  <a:spcPts val="0"/>
                </a:spcBef>
                <a:spcAft>
                  <a:spcPts val="0"/>
                </a:spcAft>
                <a:defRPr/>
              </a:pPr>
              <a:t>‹#›</a:t>
            </a:fld>
            <a:endParaRPr kumimoji="0" lang="en-US" altLang="ko-KR" sz="923" b="1">
              <a:solidFill>
                <a:prstClr val="black">
                  <a:lumMod val="65000"/>
                  <a:lumOff val="35000"/>
                </a:prstClr>
              </a:solidFill>
              <a:latin typeface="맑은 고딕"/>
              <a:ea typeface="-윤고딕330" pitchFamily="18" charset="-127"/>
              <a:cs typeface="산돌고딕 L"/>
            </a:endParaRPr>
          </a:p>
        </p:txBody>
      </p:sp>
    </p:spTree>
  </p:cSld>
  <p:clrMap bg1="lt1" tx1="dk1" bg2="lt2" tx2="dk2" accent1="accent1" accent2="accent2" accent3="accent3" accent4="accent4" accent5="accent5" accent6="accent6" hlink="hlink" folHlink="folHlink"/>
  <p:sldLayoutIdLst>
    <p:sldLayoutId id="2147484612" r:id="rId1"/>
  </p:sldLayoutIdLst>
  <p:hf hdr="0" ftr="0" dt="0"/>
  <p:txStyles>
    <p:titleStyle>
      <a:lvl1pPr algn="ctr" rtl="0" eaLnBrk="0" fontAlgn="base" latinLnBrk="1" hangingPunct="0">
        <a:spcBef>
          <a:spcPct val="0"/>
        </a:spcBef>
        <a:spcAft>
          <a:spcPct val="0"/>
        </a:spcAft>
        <a:defRPr sz="4000" kern="1200">
          <a:solidFill>
            <a:schemeClr val="tx1"/>
          </a:solidFill>
          <a:latin typeface="+mj-lt"/>
          <a:ea typeface="+mj-ea"/>
          <a:cs typeface="+mj-cs"/>
        </a:defRPr>
      </a:lvl1pPr>
      <a:lvl2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4000">
          <a:solidFill>
            <a:schemeClr val="tx1"/>
          </a:solidFill>
          <a:latin typeface="맑은 고딕" pitchFamily="50" charset="-127"/>
          <a:ea typeface="맑은 고딕" pitchFamily="50" charset="-127"/>
        </a:defRPr>
      </a:lvl5pPr>
      <a:lvl6pPr marL="422041" algn="ctr" rtl="0" fontAlgn="base" latinLnBrk="1">
        <a:spcBef>
          <a:spcPct val="0"/>
        </a:spcBef>
        <a:spcAft>
          <a:spcPct val="0"/>
        </a:spcAft>
        <a:defRPr sz="4062">
          <a:solidFill>
            <a:schemeClr val="tx1"/>
          </a:solidFill>
          <a:latin typeface="맑은 고딕" pitchFamily="50" charset="-127"/>
          <a:ea typeface="맑은 고딕" pitchFamily="50" charset="-127"/>
        </a:defRPr>
      </a:lvl6pPr>
      <a:lvl7pPr marL="844083" algn="ctr" rtl="0" fontAlgn="base" latinLnBrk="1">
        <a:spcBef>
          <a:spcPct val="0"/>
        </a:spcBef>
        <a:spcAft>
          <a:spcPct val="0"/>
        </a:spcAft>
        <a:defRPr sz="4062">
          <a:solidFill>
            <a:schemeClr val="tx1"/>
          </a:solidFill>
          <a:latin typeface="맑은 고딕" pitchFamily="50" charset="-127"/>
          <a:ea typeface="맑은 고딕" pitchFamily="50" charset="-127"/>
        </a:defRPr>
      </a:lvl7pPr>
      <a:lvl8pPr marL="1266124" algn="ctr" rtl="0" fontAlgn="base" latinLnBrk="1">
        <a:spcBef>
          <a:spcPct val="0"/>
        </a:spcBef>
        <a:spcAft>
          <a:spcPct val="0"/>
        </a:spcAft>
        <a:defRPr sz="4062">
          <a:solidFill>
            <a:schemeClr val="tx1"/>
          </a:solidFill>
          <a:latin typeface="맑은 고딕" pitchFamily="50" charset="-127"/>
          <a:ea typeface="맑은 고딕" pitchFamily="50" charset="-127"/>
        </a:defRPr>
      </a:lvl8pPr>
      <a:lvl9pPr marL="1688165" algn="ctr" rtl="0" fontAlgn="base" latinLnBrk="1">
        <a:spcBef>
          <a:spcPct val="0"/>
        </a:spcBef>
        <a:spcAft>
          <a:spcPct val="0"/>
        </a:spcAft>
        <a:defRPr sz="4062">
          <a:solidFill>
            <a:schemeClr val="tx1"/>
          </a:solidFill>
          <a:latin typeface="맑은 고딕" pitchFamily="50" charset="-127"/>
          <a:ea typeface="맑은 고딕" pitchFamily="50" charset="-127"/>
        </a:defRPr>
      </a:lvl9pPr>
    </p:titleStyle>
    <p:bodyStyle>
      <a:lvl1pPr marL="315913" indent="-315913" algn="l" rtl="0" eaLnBrk="0" fontAlgn="base" latinLnBrk="1"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1pPr>
      <a:lvl2pPr marL="685800" indent="-263525" algn="l" rtl="0" eaLnBrk="0" fontAlgn="base" latinLnBrk="1" hangingPunct="0">
        <a:spcBef>
          <a:spcPct val="20000"/>
        </a:spcBef>
        <a:spcAft>
          <a:spcPct val="0"/>
        </a:spcAft>
        <a:buFont typeface="Arial" panose="020B0604020202020204" pitchFamily="34" charset="0"/>
        <a:buChar char="–"/>
        <a:defRPr sz="2500" kern="1200">
          <a:solidFill>
            <a:schemeClr val="tx1"/>
          </a:solidFill>
          <a:latin typeface="+mn-lt"/>
          <a:ea typeface="+mn-ea"/>
          <a:cs typeface="+mn-cs"/>
        </a:defRPr>
      </a:lvl2pPr>
      <a:lvl3pPr marL="1054100" indent="-209550" algn="l" rtl="0" eaLnBrk="0" fontAlgn="base" latinLnBrk="1" hangingPunct="0">
        <a:spcBef>
          <a:spcPct val="20000"/>
        </a:spcBef>
        <a:spcAft>
          <a:spcPct val="0"/>
        </a:spcAft>
        <a:buFont typeface="Arial" panose="020B0604020202020204" pitchFamily="34" charset="0"/>
        <a:buChar char="•"/>
        <a:defRPr sz="2200" kern="1200">
          <a:solidFill>
            <a:schemeClr val="tx1"/>
          </a:solidFill>
          <a:latin typeface="+mn-lt"/>
          <a:ea typeface="+mn-ea"/>
          <a:cs typeface="+mn-cs"/>
        </a:defRPr>
      </a:lvl3pPr>
      <a:lvl4pPr marL="1476375"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4pPr>
      <a:lvl5pPr marL="1898650" indent="-209550" algn="l" rtl="0" eaLnBrk="0" fontAlgn="base" latinLnBrk="1" hangingPunct="0">
        <a:spcBef>
          <a:spcPct val="20000"/>
        </a:spcBef>
        <a:spcAft>
          <a:spcPct val="0"/>
        </a:spcAft>
        <a:buFont typeface="Arial" panose="020B0604020202020204" pitchFamily="34" charset="0"/>
        <a:buChar char="»"/>
        <a:defRPr kern="1200">
          <a:solidFill>
            <a:schemeClr val="tx1"/>
          </a:solidFill>
          <a:latin typeface="+mn-lt"/>
          <a:ea typeface="+mn-ea"/>
          <a:cs typeface="+mn-cs"/>
        </a:defRPr>
      </a:lvl5pPr>
      <a:lvl6pPr marL="2321227"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6pPr>
      <a:lvl7pPr marL="2743269"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7pPr>
      <a:lvl8pPr marL="3165310"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8pPr>
      <a:lvl9pPr marL="3587351" indent="-211021" algn="l" defTabSz="844083" rtl="0" eaLnBrk="1" latinLnBrk="1" hangingPunct="1">
        <a:spcBef>
          <a:spcPct val="20000"/>
        </a:spcBef>
        <a:buFont typeface="Arial" pitchFamily="34" charset="0"/>
        <a:buChar char="•"/>
        <a:defRPr sz="1846" kern="1200">
          <a:solidFill>
            <a:schemeClr val="tx1"/>
          </a:solidFill>
          <a:latin typeface="+mn-lt"/>
          <a:ea typeface="+mn-ea"/>
          <a:cs typeface="+mn-cs"/>
        </a:defRPr>
      </a:lvl9pPr>
    </p:bodyStyle>
    <p:otherStyle>
      <a:defPPr>
        <a:defRPr lang="ko-KR"/>
      </a:defPPr>
      <a:lvl1pPr marL="0" algn="l" defTabSz="844083" rtl="0" eaLnBrk="1" latinLnBrk="1" hangingPunct="1">
        <a:defRPr sz="1662" kern="1200">
          <a:solidFill>
            <a:schemeClr val="tx1"/>
          </a:solidFill>
          <a:latin typeface="+mn-lt"/>
          <a:ea typeface="+mn-ea"/>
          <a:cs typeface="+mn-cs"/>
        </a:defRPr>
      </a:lvl1pPr>
      <a:lvl2pPr marL="422041" algn="l" defTabSz="844083" rtl="0" eaLnBrk="1" latinLnBrk="1" hangingPunct="1">
        <a:defRPr sz="1662" kern="1200">
          <a:solidFill>
            <a:schemeClr val="tx1"/>
          </a:solidFill>
          <a:latin typeface="+mn-lt"/>
          <a:ea typeface="+mn-ea"/>
          <a:cs typeface="+mn-cs"/>
        </a:defRPr>
      </a:lvl2pPr>
      <a:lvl3pPr marL="844083" algn="l" defTabSz="844083" rtl="0" eaLnBrk="1" latinLnBrk="1" hangingPunct="1">
        <a:defRPr sz="1662" kern="1200">
          <a:solidFill>
            <a:schemeClr val="tx1"/>
          </a:solidFill>
          <a:latin typeface="+mn-lt"/>
          <a:ea typeface="+mn-ea"/>
          <a:cs typeface="+mn-cs"/>
        </a:defRPr>
      </a:lvl3pPr>
      <a:lvl4pPr marL="1266124" algn="l" defTabSz="844083" rtl="0" eaLnBrk="1" latinLnBrk="1" hangingPunct="1">
        <a:defRPr sz="1662" kern="1200">
          <a:solidFill>
            <a:schemeClr val="tx1"/>
          </a:solidFill>
          <a:latin typeface="+mn-lt"/>
          <a:ea typeface="+mn-ea"/>
          <a:cs typeface="+mn-cs"/>
        </a:defRPr>
      </a:lvl4pPr>
      <a:lvl5pPr marL="1688165" algn="l" defTabSz="844083" rtl="0" eaLnBrk="1" latinLnBrk="1" hangingPunct="1">
        <a:defRPr sz="1662" kern="1200">
          <a:solidFill>
            <a:schemeClr val="tx1"/>
          </a:solidFill>
          <a:latin typeface="+mn-lt"/>
          <a:ea typeface="+mn-ea"/>
          <a:cs typeface="+mn-cs"/>
        </a:defRPr>
      </a:lvl5pPr>
      <a:lvl6pPr marL="2110207" algn="l" defTabSz="844083" rtl="0" eaLnBrk="1" latinLnBrk="1" hangingPunct="1">
        <a:defRPr sz="1662" kern="1200">
          <a:solidFill>
            <a:schemeClr val="tx1"/>
          </a:solidFill>
          <a:latin typeface="+mn-lt"/>
          <a:ea typeface="+mn-ea"/>
          <a:cs typeface="+mn-cs"/>
        </a:defRPr>
      </a:lvl6pPr>
      <a:lvl7pPr marL="2532248" algn="l" defTabSz="844083" rtl="0" eaLnBrk="1" latinLnBrk="1" hangingPunct="1">
        <a:defRPr sz="1662" kern="1200">
          <a:solidFill>
            <a:schemeClr val="tx1"/>
          </a:solidFill>
          <a:latin typeface="+mn-lt"/>
          <a:ea typeface="+mn-ea"/>
          <a:cs typeface="+mn-cs"/>
        </a:defRPr>
      </a:lvl7pPr>
      <a:lvl8pPr marL="2954289" algn="l" defTabSz="844083" rtl="0" eaLnBrk="1" latinLnBrk="1" hangingPunct="1">
        <a:defRPr sz="1662" kern="1200">
          <a:solidFill>
            <a:schemeClr val="tx1"/>
          </a:solidFill>
          <a:latin typeface="+mn-lt"/>
          <a:ea typeface="+mn-ea"/>
          <a:cs typeface="+mn-cs"/>
        </a:defRPr>
      </a:lvl8pPr>
      <a:lvl9pPr marL="3376331" algn="l" defTabSz="844083" rtl="0" eaLnBrk="1" latinLnBrk="1" hangingPunct="1">
        <a:defRPr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275" y="1492909"/>
            <a:ext cx="2735262" cy="307777"/>
          </a:xfrm>
          <a:prstGeom prst="rect">
            <a:avLst/>
          </a:prstGeom>
          <a:noFill/>
        </p:spPr>
        <p:txBody>
          <a:bodyPr>
            <a:spAutoFit/>
          </a:bodyPr>
          <a:lstStyle/>
          <a:p>
            <a:pPr>
              <a:defRPr/>
            </a:pPr>
            <a:r>
              <a:rPr lang="en-US" altLang="en-US" sz="1400" b="1" dirty="0">
                <a:latin typeface="맑은 고딕" panose="020B0503020000020004" pitchFamily="50" charset="-127"/>
                <a:ea typeface="맑은 고딕" panose="020B0503020000020004" pitchFamily="50" charset="-127"/>
              </a:rPr>
              <a:t>□ Purpose</a:t>
            </a:r>
          </a:p>
        </p:txBody>
      </p:sp>
      <p:sp>
        <p:nvSpPr>
          <p:cNvPr id="6" name="TextBox 5"/>
          <p:cNvSpPr txBox="1"/>
          <p:nvPr/>
        </p:nvSpPr>
        <p:spPr>
          <a:xfrm>
            <a:off x="64044" y="132654"/>
            <a:ext cx="3919235" cy="369332"/>
          </a:xfrm>
          <a:prstGeom prst="rect">
            <a:avLst/>
          </a:prstGeom>
          <a:noFill/>
        </p:spPr>
        <p:txBody>
          <a:bodyPr wrap="square" rtlCol="0">
            <a:spAutoFit/>
          </a:bodyPr>
          <a:lstStyle/>
          <a:p>
            <a:r>
              <a:rPr lang="en-US" altLang="ko-KR" sz="1800" b="1" dirty="0">
                <a:latin typeface="맑은 고딕" panose="020B0503020000020004" pitchFamily="50" charset="-127"/>
                <a:ea typeface="맑은 고딕" panose="020B0503020000020004" pitchFamily="50" charset="-127"/>
              </a:rPr>
              <a:t>1. Overview of the Serious Accident Punishment Act</a:t>
            </a:r>
            <a:endParaRPr lang="ko-KR" altLang="en-US" sz="1800" b="1" dirty="0">
              <a:latin typeface="맑은 고딕" panose="020B0503020000020004" pitchFamily="50" charset="-127"/>
              <a:ea typeface="맑은 고딕" panose="020B0503020000020004" pitchFamily="50" charset="-127"/>
            </a:endParaRPr>
          </a:p>
        </p:txBody>
      </p:sp>
      <p:sp>
        <p:nvSpPr>
          <p:cNvPr id="45" name="TextBox 44"/>
          <p:cNvSpPr txBox="1"/>
          <p:nvPr/>
        </p:nvSpPr>
        <p:spPr>
          <a:xfrm>
            <a:off x="628380" y="1807566"/>
            <a:ext cx="9149155" cy="1020216"/>
          </a:xfrm>
          <a:prstGeom prst="rect">
            <a:avLst/>
          </a:prstGeom>
          <a:noFill/>
        </p:spPr>
        <p:txBody>
          <a:bodyPr wrap="square" rtlCol="0">
            <a:spAutoFit/>
          </a:bodyPr>
          <a:lstStyle/>
          <a:p>
            <a:pPr>
              <a:lnSpc>
                <a:spcPct val="150000"/>
              </a:lnSpc>
            </a:pPr>
            <a:r>
              <a:rPr lang="en-US" altLang="en-US" sz="1190" dirty="0">
                <a:latin typeface="맑은 고딕" panose="020B0503020000020004" pitchFamily="50" charset="-127"/>
                <a:ea typeface="맑은 고딕" panose="020B0503020000020004" pitchFamily="50" charset="-127"/>
              </a:rPr>
              <a:t>The purpose of this Act is to </a:t>
            </a:r>
            <a:r>
              <a:rPr lang="en-US" altLang="en-US" sz="1190" dirty="0" b="1">
                <a:latin typeface="맑은 고딕" panose="020B0503020000020004" pitchFamily="50" charset="-127"/>
                <a:ea typeface="맑은 고딕" panose="020B0503020000020004" pitchFamily="50" charset="-127"/>
              </a:rPr>
              <a:t>prevent serious accidents</a:t>
            </a:r>
            <a:r>
              <a:rPr lang="en-US" altLang="en-US" sz="1190" dirty="0">
                <a:latin typeface="맑은 고딕" panose="020B0503020000020004" pitchFamily="50" charset="-127"/>
                <a:ea typeface="맑은 고딕" panose="020B0503020000020004" pitchFamily="50" charset="-127"/>
              </a:rPr>
              <a:t> and protect the lives and physical safety of citizens and </a:t>
            </a:r>
            <a:r>
              <a:rPr lang="en-US" altLang="en-US" sz="1190" dirty="0" b="1">
                <a:highlight>
                  <a:srgbClr val="FFFF00"/>
                </a:highlight>
                <a:latin typeface="맑은 고딕" panose="020B0503020000020004" pitchFamily="50" charset="-127"/>
                <a:ea typeface="맑은 고딕" panose="020B0503020000020004" pitchFamily="50" charset="-127"/>
              </a:rPr>
              <a:t>workers</a:t>
            </a:r>
            <a:r>
              <a:rPr lang="en-US" altLang="en-US" sz="1190" dirty="0">
                <a:highlight>
                  <a:srgbClr val="FFFF00"/>
                </a:highlight>
                <a:latin typeface="맑은 고딕" panose="020B0503020000020004" pitchFamily="50" charset="-127"/>
                <a:ea typeface="맑은 고딕" panose="020B0503020000020004" pitchFamily="50" charset="-127"/>
              </a:rPr>
              <a:t> by prescribing the </a:t>
            </a:r>
            <a:r>
              <a:rPr lang="en-US" altLang="en-US" sz="1190" dirty="0" b="1" u="sng">
                <a:highlight>
                  <a:srgbClr val="FFFF00"/>
                </a:highlight>
                <a:latin typeface="맑은 고딕" panose="020B0503020000020004" pitchFamily="50" charset="-127"/>
                <a:ea typeface="맑은 고딕" panose="020B0503020000020004" pitchFamily="50" charset="-127"/>
              </a:rPr>
              <a:t>punishment</a:t>
            </a:r>
            <a:r>
              <a:rPr lang="en-US" altLang="en-US" sz="1190" dirty="0" u="sng">
                <a:highlight>
                  <a:srgbClr val="FFFF00"/>
                </a:highlight>
                <a:latin typeface="맑은 고딕" panose="020B0503020000020004" pitchFamily="50" charset="-127"/>
                <a:ea typeface="맑은 고딕" panose="020B0503020000020004" pitchFamily="50" charset="-127"/>
              </a:rPr>
              <a:t>, etc., of </a:t>
            </a:r>
            <a:r>
              <a:rPr lang="en-US" altLang="en-US" sz="1190" dirty="0" b="1" u="sng">
                <a:highlight>
                  <a:srgbClr val="FFFF00"/>
                </a:highlight>
                <a:latin typeface="맑은 고딕" panose="020B0503020000020004" pitchFamily="50" charset="-127"/>
                <a:ea typeface="맑은 고딕" panose="020B0503020000020004" pitchFamily="50" charset="-127"/>
              </a:rPr>
              <a:t>business owners, responsible managing officers</a:t>
            </a:r>
            <a:r>
              <a:rPr lang="en-US" altLang="en-US" sz="1190" dirty="0" u="sng">
                <a:highlight>
                  <a:srgbClr val="FFFF00"/>
                </a:highlight>
                <a:latin typeface="맑은 고딕" panose="020B0503020000020004" pitchFamily="50" charset="-127"/>
                <a:ea typeface="맑은 고딕" panose="020B0503020000020004" pitchFamily="50" charset="-127"/>
              </a:rPr>
              <a:t>, </a:t>
            </a:r>
            <a:r>
              <a:rPr lang="en-US" altLang="en-US" sz="1190" dirty="0" b="1">
                <a:solidFill>
                  <a:srgbClr val="0000FF"/>
                </a:solidFill>
                <a:highlight>
                  <a:srgbClr val="FFFF00"/>
                </a:highlight>
                <a:latin typeface="맑은 고딕" panose="020B0503020000020004" pitchFamily="50" charset="-127"/>
                <a:ea typeface="맑은 고딕" panose="020B0503020000020004" pitchFamily="50" charset="-127"/>
              </a:rPr>
              <a:t>public officials, and corporations</a:t>
            </a:r>
            <a:r>
              <a:rPr lang="en-US" altLang="en-US" sz="1190" dirty="0" u="sng">
                <a:highlight>
                  <a:srgbClr val="FFFF00"/>
                </a:highlight>
                <a:latin typeface="맑은 고딕" panose="020B0503020000020004" pitchFamily="50" charset="-127"/>
                <a:ea typeface="맑은 고딕" panose="020B0503020000020004" pitchFamily="50" charset="-127"/>
              </a:rPr>
              <a:t> who cause casualties by violating </a:t>
            </a:r>
            <a:r>
              <a:rPr lang="en-US" altLang="en-US" sz="1190" dirty="0" b="1" u="sng">
                <a:highlight>
                  <a:srgbClr val="FFFF00"/>
                </a:highlight>
                <a:latin typeface="맑은 고딕" panose="020B0503020000020004" pitchFamily="50" charset="-127"/>
                <a:ea typeface="맑은 고딕" panose="020B0503020000020004" pitchFamily="50" charset="-127"/>
              </a:rPr>
              <a:t>duties to take safety and health measures</a:t>
            </a:r>
            <a:r>
              <a:rPr lang="en-US" altLang="en-US" sz="1190" dirty="0">
                <a:highlight>
                  <a:srgbClr val="FFFF00"/>
                </a:highlight>
                <a:latin typeface="맑은 고딕" panose="020B0503020000020004" pitchFamily="50" charset="-127"/>
                <a:ea typeface="맑은 고딕" panose="020B0503020000020004" pitchFamily="50" charset="-127"/>
              </a:rPr>
              <a:t> while </a:t>
            </a:r>
            <a:r>
              <a:rPr lang="en-US" altLang="en-US" sz="1190" dirty="0" u="sng">
                <a:highlight>
                  <a:srgbClr val="FFFF00"/>
                </a:highlight>
                <a:latin typeface="맑은 고딕" panose="020B0503020000020004" pitchFamily="50" charset="-127"/>
                <a:ea typeface="맑은 고딕" panose="020B0503020000020004" pitchFamily="50" charset="-127"/>
              </a:rPr>
              <a:t>operating</a:t>
            </a:r>
            <a:r>
              <a:rPr lang="en-US" altLang="en-US" sz="1190" dirty="0">
                <a:highlight>
                  <a:srgbClr val="FFFF00"/>
                </a:highlight>
                <a:latin typeface="맑은 고딕" panose="020B0503020000020004" pitchFamily="50" charset="-127"/>
                <a:ea typeface="맑은 고딕" panose="020B0503020000020004" pitchFamily="50" charset="-127"/>
              </a:rPr>
              <a:t> </a:t>
            </a:r>
            <a:r>
              <a:rPr lang="en-US" altLang="en-US" sz="1190" dirty="0" u="sng">
                <a:highlight>
                  <a:srgbClr val="FFFF00"/>
                </a:highlight>
                <a:latin typeface="맑은 고딕" panose="020B0503020000020004" pitchFamily="50" charset="-127"/>
                <a:ea typeface="맑은 고딕" panose="020B0503020000020004" pitchFamily="50" charset="-127"/>
              </a:rPr>
              <a:t>businesses or plants</a:t>
            </a:r>
            <a:r>
              <a:rPr lang="en-US" altLang="en-US" sz="1190" dirty="0">
                <a:highlight>
                  <a:srgbClr val="FFFF00"/>
                </a:highlight>
                <a:latin typeface="맑은 고딕" panose="020B0503020000020004" pitchFamily="50" charset="-127"/>
                <a:ea typeface="맑은 고딕" panose="020B0503020000020004" pitchFamily="50" charset="-127"/>
              </a:rPr>
              <a:t>, public-use facilities, and public transportation vehicles, or handling raw materials or products harmful to the human body.</a:t>
            </a:r>
            <a:endParaRPr lang="ko-KR" altLang="en-US" sz="1400" dirty="0">
              <a:latin typeface="맑은 고딕" panose="020B0503020000020004" pitchFamily="50" charset="-127"/>
              <a:ea typeface="맑은 고딕" panose="020B0503020000020004" pitchFamily="50" charset="-127"/>
            </a:endParaRPr>
          </a:p>
        </p:txBody>
      </p:sp>
      <p:sp>
        <p:nvSpPr>
          <p:cNvPr id="58" name="TextBox 57">
            <a:extLst>
              <a:ext uri="{FF2B5EF4-FFF2-40B4-BE49-F238E27FC236}">
                <a16:creationId xmlns:a16="http://schemas.microsoft.com/office/drawing/2014/main" id="{5A2F27FB-74F2-4C78-A8A7-D221E14ADE0A}"/>
              </a:ext>
            </a:extLst>
          </p:cNvPr>
          <p:cNvSpPr txBox="1"/>
          <p:nvPr/>
        </p:nvSpPr>
        <p:spPr>
          <a:xfrm>
            <a:off x="5529064" y="3429000"/>
            <a:ext cx="2735262" cy="307777"/>
          </a:xfrm>
          <a:prstGeom prst="rect">
            <a:avLst/>
          </a:prstGeom>
          <a:noFill/>
        </p:spPr>
        <p:txBody>
          <a:bodyPr>
            <a:spAutoFit/>
          </a:bodyPr>
          <a:lstStyle/>
          <a:p>
            <a:pPr>
              <a:defRPr/>
            </a:pPr>
            <a:r>
              <a:rPr lang="en-US" altLang="en-US" sz="1400" b="1" dirty="0">
                <a:latin typeface="맑은 고딕" panose="020B0503020000020004" pitchFamily="50" charset="-127"/>
                <a:ea typeface="맑은 고딕" panose="020B0503020000020004" pitchFamily="50" charset="-127"/>
              </a:rPr>
              <a:t>□ Workers</a:t>
            </a:r>
          </a:p>
        </p:txBody>
      </p:sp>
      <p:sp>
        <p:nvSpPr>
          <p:cNvPr id="63" name="TextBox 62">
            <a:extLst>
              <a:ext uri="{FF2B5EF4-FFF2-40B4-BE49-F238E27FC236}">
                <a16:creationId xmlns:a16="http://schemas.microsoft.com/office/drawing/2014/main" id="{8FC59D16-129E-4B71-B911-7CA354B496EA}"/>
              </a:ext>
            </a:extLst>
          </p:cNvPr>
          <p:cNvSpPr txBox="1"/>
          <p:nvPr/>
        </p:nvSpPr>
        <p:spPr>
          <a:xfrm>
            <a:off x="628380" y="3432880"/>
            <a:ext cx="2735262" cy="307777"/>
          </a:xfrm>
          <a:prstGeom prst="rect">
            <a:avLst/>
          </a:prstGeom>
          <a:noFill/>
        </p:spPr>
        <p:txBody>
          <a:bodyPr>
            <a:spAutoFit/>
          </a:bodyPr>
          <a:lstStyle/>
          <a:p>
            <a:pPr>
              <a:defRPr/>
            </a:pPr>
            <a:r>
              <a:rPr lang="en-US" altLang="en-US" sz="1400" b="1" dirty="0">
                <a:latin typeface="맑은 고딕" panose="020B0503020000020004" pitchFamily="50" charset="-127"/>
                <a:ea typeface="맑은 고딕" panose="020B0503020000020004" pitchFamily="50" charset="-127"/>
              </a:rPr>
              <a:t>□ Serious Accidents</a:t>
            </a:r>
          </a:p>
        </p:txBody>
      </p:sp>
      <p:sp>
        <p:nvSpPr>
          <p:cNvPr id="19" name="직사각형 18">
            <a:extLst>
              <a:ext uri="{FF2B5EF4-FFF2-40B4-BE49-F238E27FC236}">
                <a16:creationId xmlns:a16="http://schemas.microsoft.com/office/drawing/2014/main" id="{4A7BDC91-9D61-4171-B944-E491217F7F0D}"/>
              </a:ext>
            </a:extLst>
          </p:cNvPr>
          <p:cNvSpPr/>
          <p:nvPr/>
        </p:nvSpPr>
        <p:spPr>
          <a:xfrm>
            <a:off x="5690170" y="373677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1400" b="1" dirty="0">
                <a:solidFill>
                  <a:srgbClr val="FF0000"/>
                </a:solidFill>
                <a:effectLst/>
                <a:latin typeface="맑은 고딕" panose="020B0503020000020004" pitchFamily="50" charset="-127"/>
                <a:ea typeface="맑은 고딕" panose="020B0503020000020004" pitchFamily="50" charset="-127"/>
              </a:rPr>
              <a:t>Directly employed workers</a:t>
            </a:r>
            <a:endParaRPr lang="en-US" altLang="ko-KR" sz="1400" b="1" i="0" dirty="0">
              <a:solidFill>
                <a:srgbClr val="FF0000"/>
              </a:solidFill>
              <a:effectLst/>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1400" dirty="0" err="1" b="1">
                <a:latin typeface="맑은 고딕" panose="020B0503020000020004" pitchFamily="50" charset="-127"/>
                <a:ea typeface="맑은 고딕" panose="020B0503020000020004" pitchFamily="50" charset="-127"/>
              </a:rPr>
              <a:t>Persons providing labor</a:t>
            </a:r>
            <a:r>
              <a:rPr lang="en-US" altLang="en-US" sz="1400" dirty="0" err="1">
                <a:latin typeface="맑은 고딕" panose="020B0503020000020004" pitchFamily="50" charset="-127"/>
                <a:ea typeface="맑은 고딕" panose="020B0503020000020004" pitchFamily="50" charset="-127"/>
              </a:rPr>
              <a:t> for consideration, regardless of the </a:t>
            </a:r>
            <a:r>
              <a:rPr lang="en-US" altLang="en-US" sz="1400" dirty="0" err="1" b="1">
                <a:latin typeface="맑은 고딕" panose="020B0503020000020004" pitchFamily="50" charset="-127"/>
                <a:ea typeface="맑은 고딕" panose="020B0503020000020004" pitchFamily="50" charset="-127"/>
              </a:rPr>
              <a:t>contract</a:t>
            </a:r>
            <a:r>
              <a:rPr lang="en-US" altLang="en-US" sz="1400" dirty="0" err="1">
                <a:latin typeface="맑은 고딕" panose="020B0503020000020004" pitchFamily="50" charset="-127"/>
                <a:ea typeface="맑은 고딕" panose="020B0503020000020004" pitchFamily="50" charset="-127"/>
              </a:rPr>
              <a:t> form such as contracting, outsourcing, or entrustment</a:t>
            </a:r>
          </a:p>
          <a:p>
            <a:pPr marL="171450" indent="-171450">
              <a:lnSpc>
                <a:spcPct val="150000"/>
              </a:lnSpc>
              <a:buFont typeface="Wingdings" panose="05000000000000000000" pitchFamily="2" charset="2"/>
              <a:buChar char="§"/>
            </a:pPr>
            <a:r>
              <a:rPr lang="en-US" altLang="en-US" sz="1400" dirty="0" b="1">
                <a:latin typeface="맑은 고딕" panose="020B0503020000020004" pitchFamily="50" charset="-127"/>
                <a:ea typeface="맑은 고딕" panose="020B0503020000020004" pitchFamily="50" charset="-127"/>
              </a:rPr>
              <a:t>Contractors</a:t>
            </a:r>
            <a:r>
              <a:rPr lang="en-US" altLang="en-US" sz="1400" dirty="0">
                <a:latin typeface="맑은 고딕" panose="020B0503020000020004" pitchFamily="50" charset="-127"/>
                <a:ea typeface="맑은 고딕" panose="020B0503020000020004" pitchFamily="50" charset="-127"/>
              </a:rPr>
              <a:t> and </a:t>
            </a:r>
            <a:r>
              <a:rPr lang="en-US" altLang="en-US" sz="1400" dirty="0" b="1">
                <a:latin typeface="맑은 고딕" panose="020B0503020000020004" pitchFamily="50" charset="-127"/>
                <a:ea typeface="맑은 고딕" panose="020B0503020000020004" pitchFamily="50" charset="-127"/>
              </a:rPr>
              <a:t>contractors' workers</a:t>
            </a:r>
            <a:r>
              <a:rPr lang="en-US" altLang="en-US" sz="1400" dirty="0">
                <a:latin typeface="맑은 고딕" panose="020B0503020000020004" pitchFamily="50" charset="-127"/>
                <a:ea typeface="맑은 고딕" panose="020B0503020000020004" pitchFamily="50" charset="-127"/>
              </a:rPr>
              <a:t> at each stage, and </a:t>
            </a:r>
            <a:r>
              <a:rPr lang="en-US" altLang="en-US" sz="1400" dirty="0" b="1">
                <a:latin typeface="맑은 고딕" panose="020B0503020000020004" pitchFamily="50" charset="-127"/>
                <a:ea typeface="맑은 고딕" panose="020B0503020000020004" pitchFamily="50" charset="-127"/>
              </a:rPr>
              <a:t>persons providing labor</a:t>
            </a:r>
            <a:r>
              <a:rPr lang="en-US" altLang="en-US" sz="1400" dirty="0">
                <a:latin typeface="맑은 고딕" panose="020B0503020000020004" pitchFamily="50" charset="-127"/>
                <a:ea typeface="맑은 고딕" panose="020B0503020000020004" pitchFamily="50" charset="-127"/>
              </a:rPr>
              <a:t> to contractors for consideration</a:t>
            </a:r>
            <a:endParaRPr lang="ko-KR" altLang="en-US" sz="1400" b="1" i="0" dirty="0">
              <a:effectLst/>
              <a:latin typeface="맑은 고딕" panose="020B0503020000020004" pitchFamily="50" charset="-127"/>
              <a:ea typeface="맑은 고딕" panose="020B0503020000020004" pitchFamily="50" charset="-127"/>
            </a:endParaRPr>
          </a:p>
        </p:txBody>
      </p:sp>
      <p:sp>
        <p:nvSpPr>
          <p:cNvPr id="66" name="직사각형 65">
            <a:extLst>
              <a:ext uri="{FF2B5EF4-FFF2-40B4-BE49-F238E27FC236}">
                <a16:creationId xmlns:a16="http://schemas.microsoft.com/office/drawing/2014/main" id="{0DD7EEBD-9E79-4F11-BCD2-7C1EAF222F68}"/>
              </a:ext>
            </a:extLst>
          </p:cNvPr>
          <p:cNvSpPr/>
          <p:nvPr/>
        </p:nvSpPr>
        <p:spPr>
          <a:xfrm>
            <a:off x="730214" y="3740657"/>
            <a:ext cx="3414170" cy="2312877"/>
          </a:xfrm>
          <a:prstGeom prst="rect">
            <a:avLst/>
          </a:prstGeom>
        </p:spPr>
        <p:txBody>
          <a:bodyPr wrap="square">
            <a:spAutoFit/>
          </a:bodyPr>
          <a:lstStyle/>
          <a:p>
            <a:pPr marL="171450" indent="-171450">
              <a:lnSpc>
                <a:spcPct val="150000"/>
              </a:lnSpc>
              <a:buFont typeface="Wingdings" panose="05000000000000000000" pitchFamily="2" charset="2"/>
              <a:buChar char="§"/>
            </a:pPr>
            <a:r>
              <a:rPr lang="en-US" altLang="en-US" sz="1400" dirty="0">
                <a:solidFill>
                  <a:srgbClr val="0000FF"/>
                </a:solidFill>
                <a:latin typeface="맑은 고딕" panose="020B0503020000020004" pitchFamily="50" charset="-127"/>
                <a:ea typeface="맑은 고딕" panose="020B0503020000020004" pitchFamily="50" charset="-127"/>
              </a:rPr>
              <a:t>At least one death occurs</a:t>
            </a:r>
            <a:br/>
            <a:endParaRPr lang="en-US" altLang="ko-KR" sz="6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1400" dirty="0">
                <a:solidFill>
                  <a:srgbClr val="0000FF"/>
                </a:solidFill>
                <a:latin typeface="맑은 고딕" panose="020B0503020000020004" pitchFamily="50" charset="-127"/>
                <a:ea typeface="맑은 고딕" panose="020B0503020000020004" pitchFamily="50" charset="-127"/>
              </a:rPr>
              <a:t>At least two injured persons requiring at least six months of treatment due to the same accident</a:t>
            </a:r>
            <a:br/>
            <a:endParaRPr lang="en-US" altLang="ko-KR" sz="700" dirty="0">
              <a:solidFill>
                <a:srgbClr val="0000FF"/>
              </a:solidFill>
              <a:latin typeface="맑은 고딕" panose="020B0503020000020004" pitchFamily="50" charset="-127"/>
              <a:ea typeface="맑은 고딕" panose="020B0503020000020004" pitchFamily="50" charset="-127"/>
            </a:endParaRPr>
          </a:p>
          <a:p>
            <a:pPr marL="171450" indent="-171450">
              <a:lnSpc>
                <a:spcPct val="150000"/>
              </a:lnSpc>
              <a:buFont typeface="Wingdings" panose="05000000000000000000" pitchFamily="2" charset="2"/>
              <a:buChar char="§"/>
            </a:pPr>
            <a:r>
              <a:rPr lang="en-US" altLang="en-US" sz="1190" dirty="0">
                <a:latin typeface="맑은 고딕" panose="020B0503020000020004" pitchFamily="50" charset="-127"/>
                <a:ea typeface="맑은 고딕" panose="020B0503020000020004" pitchFamily="50" charset="-127"/>
              </a:rPr>
              <a:t>At least three persons with occupational diseases prescribed by Presidential Decree, such as acute poisoning, occur within one year due to the same hazardous factor</a:t>
            </a:r>
            <a:endParaRPr lang="ko-KR" altLang="en-US" sz="1400" b="0" i="0" dirty="0">
              <a:effectLst/>
              <a:latin typeface="맑은 고딕" panose="020B0503020000020004" pitchFamily="50" charset="-127"/>
              <a:ea typeface="맑은 고딕" panose="020B0503020000020004" pitchFamily="50" charset="-127"/>
            </a:endParaRPr>
          </a:p>
        </p:txBody>
      </p:sp>
      <p:grpSp>
        <p:nvGrpSpPr>
          <p:cNvPr id="21" name="그룹 20">
            <a:extLst>
              <a:ext uri="{FF2B5EF4-FFF2-40B4-BE49-F238E27FC236}">
                <a16:creationId xmlns:a16="http://schemas.microsoft.com/office/drawing/2014/main" id="{6CCB2046-7447-48C4-B7F4-6282C3058A32}"/>
              </a:ext>
            </a:extLst>
          </p:cNvPr>
          <p:cNvGrpSpPr/>
          <p:nvPr/>
        </p:nvGrpSpPr>
        <p:grpSpPr>
          <a:xfrm>
            <a:off x="243679" y="780391"/>
            <a:ext cx="2982154" cy="307777"/>
            <a:chOff x="243679" y="780391"/>
            <a:chExt cx="2982154" cy="307777"/>
          </a:xfrm>
        </p:grpSpPr>
        <p:sp>
          <p:nvSpPr>
            <p:cNvPr id="70" name="TextBox 69">
              <a:extLst>
                <a:ext uri="{FF2B5EF4-FFF2-40B4-BE49-F238E27FC236}">
                  <a16:creationId xmlns:a16="http://schemas.microsoft.com/office/drawing/2014/main" id="{CC8E9042-676F-4995-928C-DADB15EA44BA}"/>
                </a:ext>
              </a:extLst>
            </p:cNvPr>
            <p:cNvSpPr txBox="1"/>
            <p:nvPr/>
          </p:nvSpPr>
          <p:spPr>
            <a:xfrm>
              <a:off x="490571" y="780391"/>
              <a:ext cx="2735262" cy="307777"/>
            </a:xfrm>
            <a:prstGeom prst="rect">
              <a:avLst/>
            </a:prstGeom>
            <a:noFill/>
          </p:spPr>
          <p:txBody>
            <a:bodyPr>
              <a:spAutoFit/>
            </a:bodyPr>
            <a:lstStyle/>
            <a:p>
              <a:pPr>
                <a:defRPr/>
              </a:pPr>
              <a:r>
                <a:rPr lang="en-US" altLang="en-US" sz="1400" b="1" dirty="0">
                  <a:latin typeface="맑은 고딕" panose="020B0503020000020004" pitchFamily="50" charset="-127"/>
                  <a:ea typeface="맑은 고딕" panose="020B0503020000020004" pitchFamily="50" charset="-127"/>
                </a:rPr>
                <a:t>Act Overview</a:t>
              </a:r>
            </a:p>
          </p:txBody>
        </p:sp>
        <p:sp>
          <p:nvSpPr>
            <p:cNvPr id="71" name="Rectangle 13">
              <a:extLst>
                <a:ext uri="{FF2B5EF4-FFF2-40B4-BE49-F238E27FC236}">
                  <a16:creationId xmlns:a16="http://schemas.microsoft.com/office/drawing/2014/main" id="{7C410EDE-EA0F-4EEE-A533-758C00230822}"/>
                </a:ext>
              </a:extLst>
            </p:cNvPr>
            <p:cNvSpPr>
              <a:spLocks noChangeArrowheads="1"/>
            </p:cNvSpPr>
            <p:nvPr/>
          </p:nvSpPr>
          <p:spPr bwMode="auto">
            <a:xfrm>
              <a:off x="243679" y="800224"/>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1</a:t>
              </a:r>
            </a:p>
          </p:txBody>
        </p:sp>
      </p:grpSp>
    </p:spTree>
    <p:extLst>
      <p:ext uri="{BB962C8B-B14F-4D97-AF65-F5344CB8AC3E}">
        <p14:creationId xmlns:p14="http://schemas.microsoft.com/office/powerpoint/2010/main" val="3755336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044" y="132654"/>
            <a:ext cx="3919235" cy="369332"/>
          </a:xfrm>
          <a:prstGeom prst="rect">
            <a:avLst/>
          </a:prstGeom>
          <a:noFill/>
        </p:spPr>
        <p:txBody>
          <a:bodyPr wrap="square" rtlCol="0">
            <a:spAutoFit/>
          </a:bodyPr>
          <a:lstStyle/>
          <a:p>
            <a:r>
              <a:rPr lang="en-US" altLang="ko-KR" sz="1800" b="1" dirty="0">
                <a:latin typeface="맑은 고딕" panose="020B0503020000020004" pitchFamily="50" charset="-127"/>
                <a:ea typeface="맑은 고딕" panose="020B0503020000020004" pitchFamily="50" charset="-127"/>
              </a:rPr>
              <a:t>2. Responsible Managing Officer Under the Serious Accident Punishment Act</a:t>
            </a:r>
            <a:endParaRPr lang="ko-KR" altLang="en-US" sz="1800" b="1" dirty="0">
              <a:latin typeface="맑은 고딕" panose="020B0503020000020004" pitchFamily="50" charset="-127"/>
              <a:ea typeface="맑은 고딕" panose="020B0503020000020004" pitchFamily="50" charset="-127"/>
            </a:endParaRPr>
          </a:p>
        </p:txBody>
      </p:sp>
      <p:grpSp>
        <p:nvGrpSpPr>
          <p:cNvPr id="16" name="그룹 15">
            <a:extLst>
              <a:ext uri="{FF2B5EF4-FFF2-40B4-BE49-F238E27FC236}">
                <a16:creationId xmlns:a16="http://schemas.microsoft.com/office/drawing/2014/main" id="{372083F0-7CB8-4BB9-A025-F4C44B54BC4E}"/>
              </a:ext>
            </a:extLst>
          </p:cNvPr>
          <p:cNvGrpSpPr/>
          <p:nvPr/>
        </p:nvGrpSpPr>
        <p:grpSpPr>
          <a:xfrm>
            <a:off x="196439" y="692696"/>
            <a:ext cx="4997352" cy="307777"/>
            <a:chOff x="243679" y="856680"/>
            <a:chExt cx="4997352" cy="307777"/>
          </a:xfrm>
        </p:grpSpPr>
        <p:sp>
          <p:nvSpPr>
            <p:cNvPr id="17" name="TextBox 16">
              <a:extLst>
                <a:ext uri="{FF2B5EF4-FFF2-40B4-BE49-F238E27FC236}">
                  <a16:creationId xmlns:a16="http://schemas.microsoft.com/office/drawing/2014/main" id="{0D56770A-A8E8-413C-9579-D7DE92F294BE}"/>
                </a:ext>
              </a:extLst>
            </p:cNvPr>
            <p:cNvSpPr txBox="1"/>
            <p:nvPr/>
          </p:nvSpPr>
          <p:spPr>
            <a:xfrm>
              <a:off x="490570" y="856680"/>
              <a:ext cx="4750461" cy="307777"/>
            </a:xfrm>
            <a:prstGeom prst="rect">
              <a:avLst/>
            </a:prstGeom>
            <a:noFill/>
          </p:spPr>
          <p:txBody>
            <a:bodyPr wrap="square">
              <a:spAutoFit/>
            </a:bodyPr>
            <a:lstStyle/>
            <a:p>
              <a:pPr>
                <a:defRPr/>
              </a:pPr>
              <a:r>
                <a:rPr lang="en-US" altLang="en-US" sz="1400" b="1" dirty="0">
                  <a:latin typeface="맑은 고딕" panose="020B0503020000020004" pitchFamily="50" charset="-127"/>
                  <a:ea typeface="맑은 고딕" panose="020B0503020000020004" pitchFamily="50" charset="-127"/>
                </a:rPr>
                <a:t>Case Study on Determining Responsible Managing Officer (Aricell Fire Accident)</a:t>
              </a:r>
              <a:endParaRPr lang="ko-KR" altLang="en-US" sz="1400" b="1">
                <a:latin typeface="맑은 고딕" panose="020B0503020000020004" pitchFamily="50" charset="-127"/>
                <a:ea typeface="맑은 고딕" panose="020B0503020000020004" pitchFamily="50" charset="-127"/>
              </a:endParaRPr>
            </a:p>
          </p:txBody>
        </p:sp>
        <p:sp>
          <p:nvSpPr>
            <p:cNvPr id="18" name="Rectangle 13">
              <a:extLst>
                <a:ext uri="{FF2B5EF4-FFF2-40B4-BE49-F238E27FC236}">
                  <a16:creationId xmlns:a16="http://schemas.microsoft.com/office/drawing/2014/main" id="{18B56F61-82DA-4E06-BB52-A28C72DA31A4}"/>
                </a:ext>
              </a:extLst>
            </p:cNvPr>
            <p:cNvSpPr>
              <a:spLocks noChangeArrowheads="1"/>
            </p:cNvSpPr>
            <p:nvPr/>
          </p:nvSpPr>
          <p:spPr bwMode="auto">
            <a:xfrm>
              <a:off x="243679" y="876513"/>
              <a:ext cx="246892" cy="234347"/>
            </a:xfrm>
            <a:prstGeom prst="rect">
              <a:avLst/>
            </a:prstGeom>
            <a:solidFill>
              <a:srgbClr val="5A89C1"/>
            </a:solidFill>
            <a:ln w="12700">
              <a:noFill/>
              <a:miter lim="800000"/>
              <a:headEnd/>
              <a:tailEnd/>
            </a:ln>
          </p:spPr>
          <p:txBody>
            <a:bodyPr lIns="72000" tIns="72000" rIns="72000" bIns="72000" anchor="ctr">
              <a:normAutofit/>
            </a:bodyPr>
            <a:lstStyle/>
            <a:p>
              <a:pPr algn="ctr" defTabSz="900113">
                <a:defRPr/>
              </a:pPr>
              <a:r>
                <a:rPr kumimoji="0" lang="en-US" altLang="ko-KR" sz="1400" b="1" dirty="0">
                  <a:ln>
                    <a:solidFill>
                      <a:schemeClr val="bg1">
                        <a:alpha val="0"/>
                      </a:schemeClr>
                    </a:solidFill>
                  </a:ln>
                  <a:solidFill>
                    <a:schemeClr val="bg1"/>
                  </a:solidFill>
                  <a:latin typeface="맑은 고딕" panose="020B0503020000020004" pitchFamily="50" charset="-127"/>
                  <a:ea typeface="맑은 고딕" panose="020B0503020000020004" pitchFamily="50" charset="-127"/>
                </a:rPr>
                <a:t>2</a:t>
              </a:r>
            </a:p>
          </p:txBody>
        </p:sp>
      </p:grpSp>
      <p:sp>
        <p:nvSpPr>
          <p:cNvPr id="5" name="직사각형 4">
            <a:extLst>
              <a:ext uri="{FF2B5EF4-FFF2-40B4-BE49-F238E27FC236}">
                <a16:creationId xmlns:a16="http://schemas.microsoft.com/office/drawing/2014/main" id="{B93AB8C6-0459-4E76-B43F-5AEE576D15F5}"/>
              </a:ext>
            </a:extLst>
          </p:cNvPr>
          <p:cNvSpPr/>
          <p:nvPr/>
        </p:nvSpPr>
        <p:spPr>
          <a:xfrm>
            <a:off x="776536" y="2595988"/>
            <a:ext cx="8784976" cy="3859518"/>
          </a:xfrm>
          <a:prstGeom prst="rect">
            <a:avLst/>
          </a:prstGeom>
          <a:ln>
            <a:solidFill>
              <a:schemeClr val="tx1"/>
            </a:solidFill>
          </a:ln>
        </p:spPr>
        <p:txBody>
          <a:bodyPr wrap="square">
            <a:spAutoFit/>
          </a:bodyPr>
          <a:lstStyle/>
          <a:p>
            <a:pPr>
              <a:lnSpc>
                <a:spcPct val="120000"/>
              </a:lnSpc>
            </a:pPr>
            <a:r>
              <a:rPr lang="en-US" altLang="ko-KR" sz="1200" b="1" dirty="0">
                <a:latin typeface="맑은 고딕" panose="020B0503020000020004" pitchFamily="50" charset="-127"/>
                <a:ea typeface="맑은 고딕" panose="020B0503020000020004" pitchFamily="50" charset="-127"/>
              </a:rPr>
              <a:t>[Suwon District Court 2024Gohap833 Ruling] </a:t>
            </a:r>
            <a:br/>
            <a:endParaRPr lang="en-US" altLang="ko-KR" sz="1200" b="1">
              <a:latin typeface="맑은 고딕" panose="020B0503020000020004" pitchFamily="50" charset="-127"/>
              <a:ea typeface="맑은 고딕" panose="020B0503020000020004" pitchFamily="50" charset="-127"/>
            </a:endParaRPr>
          </a:p>
          <a:p>
            <a:pPr>
              <a:lnSpc>
                <a:spcPct val="120000"/>
              </a:lnSpc>
            </a:pPr>
            <a:r>
              <a:rPr lang="en-US" altLang="en-US" sz="1020" b="1" dirty="0">
                <a:solidFill>
                  <a:srgbClr val="0000FF"/>
                </a:solidFill>
                <a:latin typeface="맑은 고딕" panose="020B0503020000020004" pitchFamily="50" charset="-127"/>
                <a:ea typeface="맑은 고딕" panose="020B0503020000020004" pitchFamily="50" charset="-127"/>
              </a:rPr>
              <a:t>Prior to the enactment of the Serious Accident Punishment Act</a:t>
            </a:r>
            <a:r>
              <a:rPr lang="en-US" altLang="en-US" sz="1020" dirty="0">
                <a:latin typeface="맑은 고딕" panose="020B0503020000020004" pitchFamily="50" charset="-127"/>
                <a:ea typeface="맑은 고딕" panose="020B0503020000020004" pitchFamily="50" charset="-127"/>
              </a:rPr>
              <a:t>, a corporation's CEO did not fall under the category of business owner (the subject of duties under the Occupational Safety and Health Act). While they could potentially be considered a violator through the reverse application of joint penalty provisions, when an actual accident occurred at a plant, punishment was primarily focused on </a:t>
            </a:r>
            <a:r>
              <a:rPr lang="en-US" altLang="en-US" sz="1020" b="1" dirty="0">
                <a:solidFill>
                  <a:srgbClr val="0000FF"/>
                </a:solidFill>
                <a:latin typeface="맑은 고딕" panose="020B0503020000020004" pitchFamily="50" charset="-127"/>
                <a:ea typeface="맑은 고딕" panose="020B0503020000020004" pitchFamily="50" charset="-127"/>
              </a:rPr>
              <a:t>plant-level</a:t>
            </a:r>
            <a:r>
              <a:rPr lang="en-US" altLang="en-US" sz="1020" u="sng" dirty="0">
                <a:solidFill>
                  <a:srgbClr val="0000FF"/>
                </a:solidFill>
                <a:latin typeface="맑은 고딕" panose="020B0503020000020004" pitchFamily="50" charset="-127"/>
                <a:ea typeface="맑은 고딕" panose="020B0503020000020004" pitchFamily="50" charset="-127"/>
              </a:rPr>
              <a:t> safety and health managers</a:t>
            </a:r>
            <a:r>
              <a:rPr lang="en-US" altLang="en-US" sz="1020" b="1" u="sng" dirty="0">
                <a:solidFill>
                  <a:srgbClr val="0000FF"/>
                </a:solidFill>
                <a:latin typeface="맑은 고딕" panose="020B0503020000020004" pitchFamily="50" charset="-127"/>
                <a:ea typeface="맑은 고딕" panose="020B0503020000020004" pitchFamily="50" charset="-127"/>
              </a:rPr>
              <a:t> being primarily punished</a:t>
            </a:r>
            <a:r>
              <a:rPr lang="en-US" altLang="en-US" sz="1020" dirty="0">
                <a:latin typeface="맑은 고딕" panose="020B0503020000020004" pitchFamily="50" charset="-127"/>
                <a:ea typeface="맑은 고딕" panose="020B0503020000020004" pitchFamily="50" charset="-127"/>
              </a:rPr>
              <a:t> such as site managers or plant managers, on the grounds that the CEO had no specific or direct duties or </a:t>
            </a:r>
            <a:r>
              <a:rPr lang="en-US" altLang="en-US" sz="1020" u="sng" dirty="0">
                <a:latin typeface="맑은 고딕" panose="020B0503020000020004" pitchFamily="50" charset="-127"/>
                <a:ea typeface="맑은 고딕" panose="020B0503020000020004" pitchFamily="50" charset="-127"/>
              </a:rPr>
              <a:t>lacked awareness of the non-performance of </a:t>
            </a:r>
            <a:r>
              <a:rPr lang="en-US" altLang="en-US" sz="1020" b="1" u="sng" dirty="0">
                <a:latin typeface="맑은 고딕" panose="020B0503020000020004" pitchFamily="50" charset="-127"/>
                <a:ea typeface="맑은 고딕" panose="020B0503020000020004" pitchFamily="50" charset="-127"/>
              </a:rPr>
              <a:t>safety and health measures under the Occupational Safety and Health Act</a:t>
            </a:r>
            <a:r>
              <a:rPr lang="en-US" altLang="en-US" sz="1020" u="sng" dirty="0">
                <a:latin typeface="맑은 고딕" panose="020B0503020000020004" pitchFamily="50" charset="-127"/>
                <a:ea typeface="맑은 고딕" panose="020B0503020000020004" pitchFamily="50" charset="-127"/>
              </a:rPr>
              <a:t>.</a:t>
            </a:r>
          </a:p>
          <a:p>
            <a:pPr>
              <a:lnSpc>
                <a:spcPct val="120000"/>
              </a:lnSpc>
            </a:pPr>
            <a:endParaRPr lang="en-US" altLang="ko-KR" sz="1200">
              <a:latin typeface="맑은 고딕" panose="020B0503020000020004" pitchFamily="50" charset="-127"/>
              <a:ea typeface="맑은 고딕" panose="020B0503020000020004" pitchFamily="50" charset="-127"/>
            </a:endParaRPr>
          </a:p>
          <a:p>
            <a:r>
              <a:rPr lang="en-US" altLang="en-US" sz="1020" dirty="0">
                <a:latin typeface="맑은 고딕" panose="020B0503020000020004" pitchFamily="50" charset="-127"/>
                <a:ea typeface="맑은 고딕" panose="020B0503020000020004" pitchFamily="50" charset="-127"/>
              </a:rPr>
              <a:t>Accordingly, the </a:t>
            </a:r>
            <a:r>
              <a:rPr lang="en-US" altLang="en-US" sz="1020" b="1" u="sng" dirty="0">
                <a:solidFill>
                  <a:srgbClr val="0000FF"/>
                </a:solidFill>
                <a:latin typeface="맑은 고딕" panose="020B0503020000020004" pitchFamily="50" charset="-127"/>
                <a:ea typeface="맑은 고딕" panose="020B0503020000020004" pitchFamily="50" charset="-127"/>
              </a:rPr>
              <a:t>Serious Accident Punishment Act</a:t>
            </a:r>
            <a:r>
              <a:rPr lang="en-US" altLang="en-US" sz="1020" u="sng" dirty="0">
                <a:latin typeface="맑은 고딕" panose="020B0503020000020004" pitchFamily="50" charset="-127"/>
                <a:ea typeface="맑은 고딕" panose="020B0503020000020004" pitchFamily="50" charset="-127"/>
              </a:rPr>
              <a:t> clearly stipulates that responsible managing officers bear the duty to secure safety and health, thereby ensuring that </a:t>
            </a:r>
            <a:r>
              <a:rPr lang="en-US" altLang="en-US" sz="1020" b="1" u="sng" dirty="0">
                <a:solidFill>
                  <a:srgbClr val="0000FF"/>
                </a:solidFill>
                <a:latin typeface="맑은 고딕" panose="020B0503020000020004" pitchFamily="50" charset="-127"/>
                <a:ea typeface="맑은 고딕" panose="020B0503020000020004" pitchFamily="50" charset="-127"/>
              </a:rPr>
              <a:t>corporate CEOs</a:t>
            </a:r>
            <a:r>
              <a:rPr lang="en-US" altLang="en-US" sz="1020" u="sng" dirty="0">
                <a:latin typeface="맑은 고딕" panose="020B0503020000020004" pitchFamily="50" charset="-127"/>
                <a:ea typeface="맑은 고딕" panose="020B0503020000020004" pitchFamily="50" charset="-127"/>
              </a:rPr>
              <a:t> can also be subjects of crimes violating this Act.</a:t>
            </a:r>
            <a:r>
              <a:rPr lang="en-US" altLang="en-US" sz="1020" dirty="0">
                <a:latin typeface="맑은 고딕" panose="020B0503020000020004" pitchFamily="50" charset="-127"/>
                <a:ea typeface="맑은 고딕" panose="020B0503020000020004" pitchFamily="50" charset="-127"/>
              </a:rPr>
              <a:t> Therefore, in principle, a CEO should be regarded as a responsible managing officer and the person in general charge of the business who bears the duty to act under the Serious Accident Punishment Act. Even if certain managerial authority is granted to a third party who is not the CEO based on the actual operation of the business, </a:t>
            </a:r>
            <a:r>
              <a:rPr lang="en-US" altLang="en-US" sz="1020" b="1" u="sng" dirty="0">
                <a:solidFill>
                  <a:srgbClr val="0000FF"/>
                </a:solidFill>
                <a:latin typeface="맑은 고딕" panose="020B0503020000020004" pitchFamily="50" charset="-127"/>
                <a:ea typeface="맑은 고딕" panose="020B0503020000020004" pitchFamily="50" charset="-127"/>
              </a:rPr>
              <a:t>caution must be exercised</a:t>
            </a:r>
            <a:r>
              <a:rPr lang="en-US" altLang="en-US" sz="1020" u="sng" dirty="0">
                <a:latin typeface="맑은 고딕" panose="020B0503020000020004" pitchFamily="50" charset="-127"/>
                <a:ea typeface="맑은 고딕" panose="020B0503020000020004" pitchFamily="50" charset="-127"/>
              </a:rPr>
              <a:t> in light of the aforementioned legislative intent </a:t>
            </a:r>
            <a:r>
              <a:rPr lang="en-US" altLang="en-US" sz="1020" b="1" u="sng" dirty="0">
                <a:solidFill>
                  <a:srgbClr val="0000FF"/>
                </a:solidFill>
                <a:latin typeface="맑은 고딕" panose="020B0503020000020004" pitchFamily="50" charset="-127"/>
                <a:ea typeface="맑은 고딕" panose="020B0503020000020004" pitchFamily="50" charset="-127"/>
              </a:rPr>
              <a:t>when recognizing a third party as a responsible managing officer</a:t>
            </a:r>
            <a:r>
              <a:rPr lang="en-US" altLang="en-US" sz="1020" u="sng" dirty="0">
                <a:latin typeface="맑은 고딕" panose="020B0503020000020004" pitchFamily="50" charset="-127"/>
                <a:ea typeface="맑은 고딕" panose="020B0503020000020004" pitchFamily="50" charset="-127"/>
              </a:rPr>
              <a:t>.</a:t>
            </a:r>
          </a:p>
          <a:p>
            <a:endParaRPr lang="en-US" altLang="ko-KR" sz="1200">
              <a:latin typeface="맑은 고딕" panose="020B0503020000020004" pitchFamily="50" charset="-127"/>
              <a:ea typeface="맑은 고딕" panose="020B0503020000020004" pitchFamily="50" charset="-127"/>
            </a:endParaRPr>
          </a:p>
          <a:p>
            <a:r>
              <a:rPr lang="en-US" altLang="en-US" sz="1020" dirty="0">
                <a:latin typeface="맑은 고딕" panose="020B0503020000020004" pitchFamily="50" charset="-127"/>
                <a:ea typeface="맑은 고딕" panose="020B0503020000020004" pitchFamily="50" charset="-127"/>
              </a:rPr>
              <a:t>Otherwise, a CEO could easily create an appearance or form to evade the duty to act imposed by the Serious Accident Punishment Act by putting forward a third party, which would result in the CEO abandoning the duty to secure safety and health for workers that they must personally fulfill. Therefore, </a:t>
            </a:r>
            <a:r>
              <a:rPr lang="en-US" altLang="en-US" sz="1020" u="sng" dirty="0">
                <a:latin typeface="맑은 고딕" panose="020B0503020000020004" pitchFamily="50" charset="-127"/>
                <a:ea typeface="맑은 고딕" panose="020B0503020000020004" pitchFamily="50" charset="-127"/>
              </a:rPr>
              <a:t>it is appropriate to consider a third party, rather than the CEO, as the responsible managing officer and person in general charge of the business </a:t>
            </a:r>
            <a:r>
              <a:rPr lang="en-US" altLang="en-US" sz="1020" b="1" u="sng" dirty="0">
                <a:solidFill>
                  <a:srgbClr val="0000FF"/>
                </a:solidFill>
                <a:latin typeface="맑은 고딕" panose="020B0503020000020004" pitchFamily="50" charset="-127"/>
                <a:ea typeface="맑은 고딕" panose="020B0503020000020004" pitchFamily="50" charset="-127"/>
              </a:rPr>
              <a:t>only under special circumstances</a:t>
            </a:r>
            <a:r>
              <a:rPr lang="en-US" altLang="en-US" sz="1020" dirty="0">
                <a:latin typeface="맑은 고딕" panose="020B0503020000020004" pitchFamily="50" charset="-127"/>
                <a:ea typeface="맑은 고딕" panose="020B0503020000020004" pitchFamily="50" charset="-127"/>
              </a:rPr>
              <a:t>, such as when the CEO exists only in name and does not actually exercise any managerial authority and is not in a position to do so, making it unreasonable to impose the duty to act under the Serious Accident Punishment Act on such a </a:t>
            </a:r>
            <a:r>
              <a:rPr lang="en-US" altLang="en-US" sz="1020" u="sng" dirty="0">
                <a:solidFill>
                  <a:srgbClr val="0000FF"/>
                </a:solidFill>
                <a:latin typeface="맑은 고딕" panose="020B0503020000020004" pitchFamily="50" charset="-127"/>
                <a:ea typeface="맑은 고딕" panose="020B0503020000020004" pitchFamily="50" charset="-127"/>
              </a:rPr>
              <a:t>nominal CEO</a:t>
            </a:r>
            <a:r>
              <a:rPr lang="en-US" altLang="en-US" sz="1020" dirty="0">
                <a:latin typeface="맑은 고딕" panose="020B0503020000020004" pitchFamily="50" charset="-127"/>
                <a:ea typeface="맑은 고딕" panose="020B0503020000020004" pitchFamily="50" charset="-127"/>
              </a:rPr>
              <a:t>.</a:t>
            </a:r>
            <a:endParaRPr lang="ko-KR" altLang="en-US" sz="1400" u="sng">
              <a:latin typeface="맑은 고딕" panose="020B0503020000020004" pitchFamily="50" charset="-127"/>
              <a:ea typeface="맑은 고딕" panose="020B0503020000020004" pitchFamily="50" charset="-127"/>
            </a:endParaRPr>
          </a:p>
        </p:txBody>
      </p:sp>
      <p:sp>
        <p:nvSpPr>
          <p:cNvPr id="7" name="직사각형 6">
            <a:extLst>
              <a:ext uri="{FF2B5EF4-FFF2-40B4-BE49-F238E27FC236}">
                <a16:creationId xmlns:a16="http://schemas.microsoft.com/office/drawing/2014/main" id="{FC20067F-FC63-4902-A16A-FFF2F10E6BC7}"/>
              </a:ext>
            </a:extLst>
          </p:cNvPr>
          <p:cNvSpPr/>
          <p:nvPr/>
        </p:nvSpPr>
        <p:spPr>
          <a:xfrm>
            <a:off x="432306" y="1157419"/>
            <a:ext cx="9586520" cy="1204882"/>
          </a:xfrm>
          <a:prstGeom prst="rect">
            <a:avLst/>
          </a:prstGeom>
        </p:spPr>
        <p:txBody>
          <a:bodyPr wrap="square">
            <a:spAutoFit/>
          </a:bodyPr>
          <a:lstStyle/>
          <a:p>
            <a:pPr marL="180000" indent="-180000">
              <a:lnSpc>
                <a:spcPct val="150000"/>
              </a:lnSpc>
              <a:buFont typeface="Wingdings" panose="05000000000000000000" pitchFamily="2" charset="2"/>
              <a:buChar char="§"/>
            </a:pPr>
            <a:r>
              <a:rPr lang="en-US" altLang="ko-KR" sz="1190" spc="0" dirty="0">
                <a:latin typeface="맑은 고딕" panose="020B0503020000020004" pitchFamily="50" charset="-127"/>
                <a:ea typeface="맑은 고딕" panose="020B0503020000020004" pitchFamily="50" charset="-127"/>
              </a:rPr>
              <a:t>23 fatalities in the 2024 Aricell Plant fire accident. The </a:t>
            </a:r>
            <a:r>
              <a:rPr lang="en-US" altLang="ko-KR" sz="1190" spc="0" b="1" dirty="0">
                <a:latin typeface="맑은 고딕" panose="020B0503020000020004" pitchFamily="50" charset="-127"/>
                <a:ea typeface="맑은 고딕" panose="020B0503020000020004" pitchFamily="50" charset="-127"/>
              </a:rPr>
              <a:t>CEO</a:t>
            </a:r>
            <a:r>
              <a:rPr lang="en-US" altLang="ko-KR" sz="1190" spc="0" dirty="0">
                <a:latin typeface="맑은 고딕" panose="020B0503020000020004" pitchFamily="50" charset="-127"/>
                <a:ea typeface="맑은 고딕" panose="020B0503020000020004" pitchFamily="50" charset="-127"/>
              </a:rPr>
              <a:t> claimed he was </a:t>
            </a:r>
            <a:r>
              <a:rPr lang="en-US" altLang="ko-KR" sz="1190" spc="0" b="1" dirty="0">
                <a:latin typeface="맑은 고딕" panose="020B0503020000020004" pitchFamily="50" charset="-127"/>
                <a:ea typeface="맑은 고딕" panose="020B0503020000020004" pitchFamily="50" charset="-127"/>
              </a:rPr>
              <a:t>not the responsible managing officer</a:t>
            </a:r>
            <a:r>
              <a:rPr lang="en-US" altLang="ko-KR" sz="1190" spc="0" dirty="0">
                <a:latin typeface="맑은 고딕" panose="020B0503020000020004" pitchFamily="50" charset="-127"/>
                <a:ea typeface="맑은 고딕" panose="020B0503020000020004" pitchFamily="50" charset="-127"/>
              </a:rPr>
              <a:t>, asserting that his son (Division Head) held actual authority.</a:t>
            </a:r>
            <a:br/>
            <a:br/>
            <a:endParaRPr lang="en-US" altLang="ko-KR" sz="300" spc="-150">
              <a:latin typeface="맑은 고딕" panose="020B0503020000020004" pitchFamily="50" charset="-127"/>
              <a:ea typeface="맑은 고딕" panose="020B0503020000020004" pitchFamily="50" charset="-127"/>
            </a:endParaRPr>
          </a:p>
          <a:p>
            <a:pPr marL="180000" indent="-180000">
              <a:lnSpc>
                <a:spcPct val="150000"/>
              </a:lnSpc>
              <a:buFont typeface="Wingdings" panose="05000000000000000000" pitchFamily="2" charset="2"/>
              <a:buChar char="§"/>
            </a:pPr>
            <a:r>
              <a:rPr lang="en-US" altLang="en-US" sz="1190" spc="0" dirty="0">
                <a:latin typeface="맑은 고딕" panose="020B0503020000020004" pitchFamily="50" charset="-127"/>
                <a:ea typeface="맑은 고딕" panose="020B0503020000020004" pitchFamily="50" charset="-127"/>
              </a:rPr>
              <a:t>However, the court identified the CEO as the responsible managing officer based on the following reasons: </a:t>
            </a:r>
            <a:br/>
            <a:r>
              <a:rPr lang="en-US" altLang="en-US" sz="1190" spc="0" dirty="0">
                <a:latin typeface="맑은 고딕" panose="020B0503020000020004" pitchFamily="50" charset="-127"/>
                <a:ea typeface="맑은 고딕" panose="020B0503020000020004" pitchFamily="50" charset="-127"/>
              </a:rPr>
              <a:t>① Recognition of status as CEO, ② Receipt of detailed reports on overall management, ③ Exercise of instruction and supervision over the Division Head as needed, ③ Possession of final decision-making power and authority to issue instructions in all areas</a:t>
            </a:r>
            <a:endParaRPr lang="en-US" altLang="ko-KR" sz="1200" spc="-150">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03467755"/>
      </p:ext>
    </p:extLst>
  </p:cSld>
  <p:clrMapOvr>
    <a:masterClrMapping/>
  </p:clrMapOvr>
</p:sld>
</file>

<file path=ppt/theme/theme1.xml><?xml version="1.0" encoding="utf-8"?>
<a:theme xmlns:a="http://schemas.openxmlformats.org/drawingml/2006/main" name="8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7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9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0_realpt-052">
  <a:themeElements>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realpt-052">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bg1">
              <a:lumMod val="7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realpt-052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realpt-052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realpt-052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realpt-052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realpt-05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realpt-05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realpt-05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8_01061005">
  <a:themeElements>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fontScheme name="3_01061005">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01061005 1">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01061005 2">
        <a:dk1>
          <a:srgbClr val="000000"/>
        </a:dk1>
        <a:lt1>
          <a:srgbClr val="FFFFFF"/>
        </a:lt1>
        <a:dk2>
          <a:srgbClr val="000000"/>
        </a:dk2>
        <a:lt2>
          <a:srgbClr val="808080"/>
        </a:lt2>
        <a:accent1>
          <a:srgbClr val="000099"/>
        </a:accent1>
        <a:accent2>
          <a:srgbClr val="0C3CA6"/>
        </a:accent2>
        <a:accent3>
          <a:srgbClr val="FFFFFF"/>
        </a:accent3>
        <a:accent4>
          <a:srgbClr val="000000"/>
        </a:accent4>
        <a:accent5>
          <a:srgbClr val="AAAACA"/>
        </a:accent5>
        <a:accent6>
          <a:srgbClr val="0A3596"/>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01061005 3">
        <a:dk1>
          <a:srgbClr val="000000"/>
        </a:dk1>
        <a:lt1>
          <a:srgbClr val="FFFFFF"/>
        </a:lt1>
        <a:dk2>
          <a:srgbClr val="000000"/>
        </a:dk2>
        <a:lt2>
          <a:srgbClr val="808080"/>
        </a:lt2>
        <a:accent1>
          <a:srgbClr val="660066"/>
        </a:accent1>
        <a:accent2>
          <a:srgbClr val="FF5050"/>
        </a:accent2>
        <a:accent3>
          <a:srgbClr val="FFFFFF"/>
        </a:accent3>
        <a:accent4>
          <a:srgbClr val="000000"/>
        </a:accent4>
        <a:accent5>
          <a:srgbClr val="B8AAB8"/>
        </a:accent5>
        <a:accent6>
          <a:srgbClr val="E74848"/>
        </a:accent6>
        <a:hlink>
          <a:srgbClr val="FF9999"/>
        </a:hlink>
        <a:folHlink>
          <a:srgbClr val="B2B2B2"/>
        </a:folHlink>
      </a:clrScheme>
      <a:clrMap bg1="lt1" tx1="dk1" bg2="lt2" tx2="dk2" accent1="accent1" accent2="accent2" accent3="accent3" accent4="accent4" accent5="accent5" accent6="accent6" hlink="hlink" folHlink="folHlink"/>
    </a:extraClrScheme>
    <a:extraClrScheme>
      <a:clrScheme name="3_01061005 4">
        <a:dk1>
          <a:srgbClr val="000000"/>
        </a:dk1>
        <a:lt1>
          <a:srgbClr val="FFFFFF"/>
        </a:lt1>
        <a:dk2>
          <a:srgbClr val="000000"/>
        </a:dk2>
        <a:lt2>
          <a:srgbClr val="808080"/>
        </a:lt2>
        <a:accent1>
          <a:srgbClr val="006600"/>
        </a:accent1>
        <a:accent2>
          <a:srgbClr val="808000"/>
        </a:accent2>
        <a:accent3>
          <a:srgbClr val="FFFFFF"/>
        </a:accent3>
        <a:accent4>
          <a:srgbClr val="000000"/>
        </a:accent4>
        <a:accent5>
          <a:srgbClr val="AAB8AA"/>
        </a:accent5>
        <a:accent6>
          <a:srgbClr val="7373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6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2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7_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fa사업현황(지도)</Template>
  <TotalTime>80352</TotalTime>
  <Words>401</Words>
  <Application>Microsoft Office PowerPoint</Application>
  <PresentationFormat>A4 용지(210x297mm)</PresentationFormat>
  <Paragraphs>24</Paragraphs>
  <Slides>2</Slides>
  <Notes>0</Notes>
  <HiddenSlides>0</HiddenSlides>
  <MMClips>0</MMClips>
  <ScaleCrop>false</ScaleCrop>
  <HeadingPairs>
    <vt:vector size="6" baseType="variant">
      <vt:variant>
        <vt:lpstr>사용한 글꼴</vt:lpstr>
      </vt:variant>
      <vt:variant>
        <vt:i4>6</vt:i4>
      </vt:variant>
      <vt:variant>
        <vt:lpstr>테마</vt:lpstr>
      </vt:variant>
      <vt:variant>
        <vt:i4>10</vt:i4>
      </vt:variant>
      <vt:variant>
        <vt:lpstr>슬라이드 제목</vt:lpstr>
      </vt:variant>
      <vt:variant>
        <vt:i4>2</vt:i4>
      </vt:variant>
    </vt:vector>
  </HeadingPairs>
  <TitlesOfParts>
    <vt:vector size="18" baseType="lpstr">
      <vt:lpstr>HY헤드라인M</vt:lpstr>
      <vt:lpstr>굴림</vt:lpstr>
      <vt:lpstr>맑은 고딕</vt:lpstr>
      <vt:lpstr>Arial</vt:lpstr>
      <vt:lpstr>Times New Roman</vt:lpstr>
      <vt:lpstr>Wingdings</vt:lpstr>
      <vt:lpstr>8_realpt-052</vt:lpstr>
      <vt:lpstr>7_01061005</vt:lpstr>
      <vt:lpstr>9_realpt-052</vt:lpstr>
      <vt:lpstr>1_Office 테마</vt:lpstr>
      <vt:lpstr>10_realpt-052</vt:lpstr>
      <vt:lpstr>8_01061005</vt:lpstr>
      <vt:lpstr>5_Office 테마</vt:lpstr>
      <vt:lpstr>6_Office 테마</vt:lpstr>
      <vt:lpstr>2_Office 테마</vt:lpstr>
      <vt:lpstr>7_Office 테마</vt:lpstr>
      <vt:lpstr>PowerPoint 프레젠테이션</vt:lpstr>
      <vt:lpstr>PowerPoint 프레젠테이션</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한전 동향</dc:title>
  <dc:creator>SEC</dc:creator>
  <cp:lastModifiedBy>하태준</cp:lastModifiedBy>
  <cp:revision>6681</cp:revision>
  <cp:lastPrinted>2020-08-31T12:17:42Z</cp:lastPrinted>
  <dcterms:created xsi:type="dcterms:W3CDTF">2011-03-16T00:11:19Z</dcterms:created>
  <dcterms:modified xsi:type="dcterms:W3CDTF">2026-01-31T03:58:48Z</dcterms:modified>
</cp:coreProperties>
</file>