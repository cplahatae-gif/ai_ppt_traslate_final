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6.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7.xml" ContentType="application/vnd.openxmlformats-officedocument.theme+xml"/>
  <Override PartName="/ppt/slideLayouts/slideLayout22.xml" ContentType="application/vnd.openxmlformats-officedocument.presentationml.slideLayout+xml"/>
  <Override PartName="/ppt/theme/theme8.xml" ContentType="application/vnd.openxmlformats-officedocument.theme+xml"/>
  <Override PartName="/ppt/slideLayouts/slideLayout23.xml" ContentType="application/vnd.openxmlformats-officedocument.presentationml.slideLayout+xml"/>
  <Override PartName="/ppt/theme/theme9.xml" ContentType="application/vnd.openxmlformats-officedocument.theme+xml"/>
  <Override PartName="/ppt/slideLayouts/slideLayout24.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erverZoom="22118" saveSubsetFonts="1">
  <p:sldMasterIdLst>
    <p:sldMasterId id="2147483807" r:id="rId1"/>
    <p:sldMasterId id="2147483972" r:id="rId2"/>
    <p:sldMasterId id="2147483981" r:id="rId3"/>
    <p:sldMasterId id="2147483990" r:id="rId4"/>
    <p:sldMasterId id="2147483994" r:id="rId5"/>
    <p:sldMasterId id="2147484014" r:id="rId6"/>
    <p:sldMasterId id="2147484021" r:id="rId7"/>
    <p:sldMasterId id="2147484026" r:id="rId8"/>
    <p:sldMasterId id="2147484031" r:id="rId9"/>
    <p:sldMasterId id="2147484033" r:id="rId10"/>
  </p:sldMasterIdLst>
  <p:notesMasterIdLst>
    <p:notesMasterId r:id="rId13"/>
  </p:notesMasterIdLst>
  <p:sldIdLst>
    <p:sldId id="1063" r:id="rId11"/>
    <p:sldId id="1144" r:id="rId12"/>
  </p:sldIdLst>
  <p:sldSz cx="9906000" cy="6858000" type="A4"/>
  <p:notesSz cx="6797675" cy="9926638"/>
  <p:defaultTextStyle>
    <a:defPPr>
      <a:defRPr lang="ko-KR"/>
    </a:defPPr>
    <a:lvl1pPr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1pPr>
    <a:lvl2pPr marL="4572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2pPr>
    <a:lvl3pPr marL="9144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3pPr>
    <a:lvl4pPr marL="13716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4pPr>
    <a:lvl5pPr marL="18288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5pPr>
    <a:lvl6pPr marL="22860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6pPr>
    <a:lvl7pPr marL="27432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7pPr>
    <a:lvl8pPr marL="32004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8pPr>
    <a:lvl9pPr marL="36576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9pPr>
  </p:defaultTextStyle>
  <p:extLst>
    <p:ext uri="{EFAFB233-063F-42B5-8137-9DF3F51BA10A}">
      <p15:sldGuideLst xmlns:p15="http://schemas.microsoft.com/office/powerpoint/2012/main">
        <p15:guide id="1" orient="horz" pos="453" userDrawn="1">
          <p15:clr>
            <a:srgbClr val="A4A3A4"/>
          </p15:clr>
        </p15:guide>
        <p15:guide id="2" orient="horz" pos="2127" userDrawn="1">
          <p15:clr>
            <a:srgbClr val="A4A3A4"/>
          </p15:clr>
        </p15:guide>
        <p15:guide id="3" pos="2440" userDrawn="1">
          <p15:clr>
            <a:srgbClr val="A4A3A4"/>
          </p15:clr>
        </p15:guide>
        <p15:guide id="4" pos="124" userDrawn="1">
          <p15:clr>
            <a:srgbClr val="A4A3A4"/>
          </p15:clr>
        </p15:guide>
        <p15:guide id="5" pos="6068" userDrawn="1">
          <p15:clr>
            <a:srgbClr val="A4A3A4"/>
          </p15:clr>
        </p15:guide>
        <p15:guide id="6" orient="horz" pos="3929">
          <p15:clr>
            <a:srgbClr val="A4A3A4"/>
          </p15:clr>
        </p15:guide>
        <p15:guide id="7" orient="horz" pos="699" userDrawn="1">
          <p15:clr>
            <a:srgbClr val="A4A3A4"/>
          </p15:clr>
        </p15:guide>
        <p15:guide id="8" orient="horz" pos="3702" userDrawn="1">
          <p15:clr>
            <a:srgbClr val="A4A3A4"/>
          </p15:clr>
        </p15:guide>
        <p15:guide id="9" orient="horz" pos="3249">
          <p15:clr>
            <a:srgbClr val="A4A3A4"/>
          </p15:clr>
        </p15:guide>
        <p15:guide id="10" orient="horz" pos="1162">
          <p15:clr>
            <a:srgbClr val="A4A3A4"/>
          </p15:clr>
        </p15:guide>
        <p15:guide id="11" pos="444" userDrawn="1">
          <p15:clr>
            <a:srgbClr val="A4A3A4"/>
          </p15:clr>
        </p15:guide>
        <p15:guide id="12" pos="262">
          <p15:clr>
            <a:srgbClr val="A4A3A4"/>
          </p15:clr>
        </p15:guide>
        <p15:guide id="13" pos="5842">
          <p15:clr>
            <a:srgbClr val="A4A3A4"/>
          </p15:clr>
        </p15:guide>
      </p15:sldGuideLst>
    </p:ext>
    <p:ext uri="{2D200454-40CA-4A62-9FC3-DE9A4176ACB9}">
      <p15:notesGuideLst xmlns:p15="http://schemas.microsoft.com/office/powerpoint/2012/main">
        <p15:guide id="1" orient="horz" pos="3120" userDrawn="1">
          <p15:clr>
            <a:srgbClr val="A4A3A4"/>
          </p15:clr>
        </p15:guide>
        <p15:guide id="2" pos="2137" userDrawn="1">
          <p15:clr>
            <a:srgbClr val="A4A3A4"/>
          </p15:clr>
        </p15:guide>
        <p15:guide id="3" orient="horz" pos="3124" userDrawn="1">
          <p15:clr>
            <a:srgbClr val="A4A3A4"/>
          </p15:clr>
        </p15:guide>
        <p15:guide id="4" pos="214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ECED0"/>
    <a:srgbClr val="E9E9E9"/>
    <a:srgbClr val="FFFFFF"/>
    <a:srgbClr val="A9ACB3"/>
    <a:srgbClr val="FF9900"/>
    <a:srgbClr val="FFFFCC"/>
    <a:srgbClr val="DAEEF3"/>
    <a:srgbClr val="2F5597"/>
    <a:srgbClr val="D9E7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429" autoAdjust="0"/>
  </p:normalViewPr>
  <p:slideViewPr>
    <p:cSldViewPr>
      <p:cViewPr varScale="1">
        <p:scale>
          <a:sx n="63" d="100"/>
          <a:sy n="63" d="100"/>
        </p:scale>
        <p:origin x="1252" y="52"/>
      </p:cViewPr>
      <p:guideLst>
        <p:guide orient="horz" pos="453"/>
        <p:guide orient="horz" pos="2127"/>
        <p:guide pos="2440"/>
        <p:guide pos="124"/>
        <p:guide pos="6068"/>
        <p:guide orient="horz" pos="3929"/>
        <p:guide orient="horz" pos="699"/>
        <p:guide orient="horz" pos="3702"/>
        <p:guide orient="horz" pos="3249"/>
        <p:guide orient="horz" pos="1162"/>
        <p:guide pos="444"/>
        <p:guide pos="262"/>
        <p:guide pos="58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1" d="100"/>
        <a:sy n="91" d="100"/>
      </p:scale>
      <p:origin x="0" y="0"/>
    </p:cViewPr>
  </p:sorterViewPr>
  <p:notesViewPr>
    <p:cSldViewPr>
      <p:cViewPr varScale="1">
        <p:scale>
          <a:sx n="71" d="100"/>
          <a:sy n="71" d="100"/>
        </p:scale>
        <p:origin x="-2178" y="-90"/>
      </p:cViewPr>
      <p:guideLst>
        <p:guide orient="horz" pos="3120"/>
        <p:guide pos="2137"/>
        <p:guide orient="horz" pos="3124"/>
        <p:guide pos="214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Master" Target="slideMasters/slideMaster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45448" cy="496253"/>
          </a:xfrm>
          <a:prstGeom prst="rect">
            <a:avLst/>
          </a:prstGeom>
          <a:noFill/>
          <a:ln>
            <a:noFill/>
          </a:ln>
          <a:effectLst/>
        </p:spPr>
        <p:txBody>
          <a:bodyPr vert="horz" wrap="square" lIns="92207" tIns="46103" rIns="92207" bIns="46103" numCol="1" anchor="t" anchorCtr="0" compatLnSpc="1">
            <a:prstTxWarp prst="textNoShape">
              <a:avLst/>
            </a:prstTxWarp>
          </a:bodyPr>
          <a:lstStyle>
            <a:lvl1pPr algn="l" defTabSz="922247" eaLnBrk="1" latinLnBrk="1" hangingPunct="1">
              <a:spcBef>
                <a:spcPct val="0"/>
              </a:spcBef>
              <a:buFontTx/>
              <a:buNone/>
              <a:defRPr sz="1200">
                <a:latin typeface="굴림" pitchFamily="50" charset="-127"/>
                <a:ea typeface="굴림" pitchFamily="50" charset="-127"/>
              </a:defRPr>
            </a:lvl1pPr>
          </a:lstStyle>
          <a:p>
            <a:pPr>
              <a:defRPr/>
            </a:pPr>
            <a:endParaRPr lang="en-US" altLang="ko-KR"/>
          </a:p>
        </p:txBody>
      </p:sp>
      <p:sp>
        <p:nvSpPr>
          <p:cNvPr id="26627" name="Rectangle 3"/>
          <p:cNvSpPr>
            <a:spLocks noGrp="1" noChangeArrowheads="1"/>
          </p:cNvSpPr>
          <p:nvPr>
            <p:ph type="dt" idx="1"/>
          </p:nvPr>
        </p:nvSpPr>
        <p:spPr bwMode="auto">
          <a:xfrm>
            <a:off x="3850643" y="0"/>
            <a:ext cx="2945448" cy="496253"/>
          </a:xfrm>
          <a:prstGeom prst="rect">
            <a:avLst/>
          </a:prstGeom>
          <a:noFill/>
          <a:ln>
            <a:noFill/>
          </a:ln>
          <a:effectLst/>
        </p:spPr>
        <p:txBody>
          <a:bodyPr vert="horz" wrap="square" lIns="92207" tIns="46103" rIns="92207" bIns="46103" numCol="1" anchor="t" anchorCtr="0" compatLnSpc="1">
            <a:prstTxWarp prst="textNoShape">
              <a:avLst/>
            </a:prstTxWarp>
          </a:bodyPr>
          <a:lstStyle>
            <a:lvl1pPr algn="r" defTabSz="922247" eaLnBrk="1" latinLnBrk="1" hangingPunct="1">
              <a:spcBef>
                <a:spcPct val="0"/>
              </a:spcBef>
              <a:buFontTx/>
              <a:buNone/>
              <a:defRPr sz="1200">
                <a:latin typeface="굴림" pitchFamily="50" charset="-127"/>
                <a:ea typeface="굴림" pitchFamily="50" charset="-127"/>
              </a:defRPr>
            </a:lvl1pPr>
          </a:lstStyle>
          <a:p>
            <a:pPr>
              <a:defRPr/>
            </a:pPr>
            <a:endParaRPr lang="en-US" altLang="ko-KR"/>
          </a:p>
        </p:txBody>
      </p:sp>
      <p:sp>
        <p:nvSpPr>
          <p:cNvPr id="25604" name="Rectangle 4"/>
          <p:cNvSpPr>
            <a:spLocks noGrp="1" noRot="1" noChangeAspect="1" noChangeArrowheads="1" noTextEdit="1"/>
          </p:cNvSpPr>
          <p:nvPr>
            <p:ph type="sldImg" idx="2"/>
          </p:nvPr>
        </p:nvSpPr>
        <p:spPr bwMode="auto">
          <a:xfrm>
            <a:off x="708025" y="741363"/>
            <a:ext cx="5381625" cy="3727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9" name="Rectangle 5"/>
          <p:cNvSpPr>
            <a:spLocks noGrp="1" noChangeArrowheads="1"/>
          </p:cNvSpPr>
          <p:nvPr>
            <p:ph type="body" sz="quarter" idx="3"/>
          </p:nvPr>
        </p:nvSpPr>
        <p:spPr bwMode="auto">
          <a:xfrm>
            <a:off x="680085" y="4715193"/>
            <a:ext cx="5437506" cy="4467859"/>
          </a:xfrm>
          <a:prstGeom prst="rect">
            <a:avLst/>
          </a:prstGeom>
          <a:noFill/>
          <a:ln>
            <a:noFill/>
          </a:ln>
          <a:effectLst/>
        </p:spPr>
        <p:txBody>
          <a:bodyPr vert="horz" wrap="square" lIns="92207" tIns="46103" rIns="92207" bIns="46103"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26630" name="Rectangle 6"/>
          <p:cNvSpPr>
            <a:spLocks noGrp="1" noChangeArrowheads="1"/>
          </p:cNvSpPr>
          <p:nvPr>
            <p:ph type="ftr" sz="quarter" idx="4"/>
          </p:nvPr>
        </p:nvSpPr>
        <p:spPr bwMode="auto">
          <a:xfrm>
            <a:off x="0" y="9428800"/>
            <a:ext cx="2945448" cy="496252"/>
          </a:xfrm>
          <a:prstGeom prst="rect">
            <a:avLst/>
          </a:prstGeom>
          <a:noFill/>
          <a:ln>
            <a:noFill/>
          </a:ln>
          <a:effectLst/>
        </p:spPr>
        <p:txBody>
          <a:bodyPr vert="horz" wrap="square" lIns="92207" tIns="46103" rIns="92207" bIns="46103" numCol="1" anchor="b" anchorCtr="0" compatLnSpc="1">
            <a:prstTxWarp prst="textNoShape">
              <a:avLst/>
            </a:prstTxWarp>
          </a:bodyPr>
          <a:lstStyle>
            <a:lvl1pPr algn="l" defTabSz="922247" eaLnBrk="1" latinLnBrk="1" hangingPunct="1">
              <a:spcBef>
                <a:spcPct val="0"/>
              </a:spcBef>
              <a:buFontTx/>
              <a:buNone/>
              <a:defRPr sz="1200">
                <a:latin typeface="굴림" pitchFamily="50" charset="-127"/>
                <a:ea typeface="굴림" pitchFamily="50" charset="-127"/>
              </a:defRPr>
            </a:lvl1pPr>
          </a:lstStyle>
          <a:p>
            <a:pPr>
              <a:defRPr/>
            </a:pPr>
            <a:endParaRPr lang="en-US" altLang="ko-KR"/>
          </a:p>
        </p:txBody>
      </p:sp>
    </p:spTree>
    <p:extLst>
      <p:ext uri="{BB962C8B-B14F-4D97-AF65-F5344CB8AC3E}">
        <p14:creationId xmlns:p14="http://schemas.microsoft.com/office/powerpoint/2010/main" val="1521926336"/>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676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93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419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A9F25EB3-8F10-4ED0-A9A2-5CAB6BDB8F71}" type="slidenum">
              <a:rPr lang="ko-KR" altLang="en-US"/>
              <a:pPr>
                <a:defRPr/>
              </a:pPr>
              <a:t>‹#›</a:t>
            </a:fld>
            <a:endParaRPr lang="en-US" altLang="ko-KR"/>
          </a:p>
        </p:txBody>
      </p:sp>
    </p:spTree>
    <p:extLst>
      <p:ext uri="{BB962C8B-B14F-4D97-AF65-F5344CB8AC3E}">
        <p14:creationId xmlns:p14="http://schemas.microsoft.com/office/powerpoint/2010/main" val="441558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7135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859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8628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A7638208-DBF4-4ABD-8718-C752B9F47646}" type="slidenum">
              <a:rPr lang="ko-KR" altLang="en-US"/>
              <a:pPr>
                <a:defRPr/>
              </a:pPr>
              <a:t>‹#›</a:t>
            </a:fld>
            <a:endParaRPr lang="en-US" altLang="ko-KR"/>
          </a:p>
        </p:txBody>
      </p:sp>
    </p:spTree>
    <p:extLst>
      <p:ext uri="{BB962C8B-B14F-4D97-AF65-F5344CB8AC3E}">
        <p14:creationId xmlns:p14="http://schemas.microsoft.com/office/powerpoint/2010/main" val="2080744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95300" y="273050"/>
            <a:ext cx="3259138" cy="1162050"/>
          </a:xfrm>
        </p:spPr>
        <p:txBody>
          <a:bodyPr/>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BFA4C302-6C80-4A39-B506-8CCE91341594}" type="slidenum">
              <a:rPr lang="ko-KR" altLang="en-US"/>
              <a:pPr>
                <a:defRPr/>
              </a:pPr>
              <a:t>‹#›</a:t>
            </a:fld>
            <a:endParaRPr lang="en-US" altLang="ko-KR"/>
          </a:p>
        </p:txBody>
      </p:sp>
    </p:spTree>
    <p:extLst>
      <p:ext uri="{BB962C8B-B14F-4D97-AF65-F5344CB8AC3E}">
        <p14:creationId xmlns:p14="http://schemas.microsoft.com/office/powerpoint/2010/main" val="3959016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941513" y="4800600"/>
            <a:ext cx="5943600" cy="566738"/>
          </a:xfrm>
        </p:spPr>
        <p:txBody>
          <a:bodyPr/>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36ED45D6-AF39-4811-87AF-C001B73F9801}" type="slidenum">
              <a:rPr lang="ko-KR" altLang="en-US"/>
              <a:pPr>
                <a:defRPr/>
              </a:pPr>
              <a:t>‹#›</a:t>
            </a:fld>
            <a:endParaRPr lang="en-US" altLang="ko-KR"/>
          </a:p>
        </p:txBody>
      </p:sp>
    </p:spTree>
    <p:extLst>
      <p:ext uri="{BB962C8B-B14F-4D97-AF65-F5344CB8AC3E}">
        <p14:creationId xmlns:p14="http://schemas.microsoft.com/office/powerpoint/2010/main" val="1552000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75B3BECB-650F-4755-92EA-F11B9BCD1FD0}" type="slidenum">
              <a:rPr lang="ko-KR" altLang="en-US"/>
              <a:pPr>
                <a:defRPr/>
              </a:pPr>
              <a:t>‹#›</a:t>
            </a:fld>
            <a:endParaRPr lang="en-US" altLang="ko-KR"/>
          </a:p>
        </p:txBody>
      </p:sp>
    </p:spTree>
    <p:extLst>
      <p:ext uri="{BB962C8B-B14F-4D97-AF65-F5344CB8AC3E}">
        <p14:creationId xmlns:p14="http://schemas.microsoft.com/office/powerpoint/2010/main" val="3982277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994525" y="149225"/>
            <a:ext cx="2168525" cy="556577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88950" y="149225"/>
            <a:ext cx="6353175" cy="556577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A951A513-08C6-43C1-801D-AE6A10323CC2}" type="slidenum">
              <a:rPr lang="ko-KR" altLang="en-US"/>
              <a:pPr>
                <a:defRPr/>
              </a:pPr>
              <a:t>‹#›</a:t>
            </a:fld>
            <a:endParaRPr lang="en-US" altLang="ko-KR"/>
          </a:p>
        </p:txBody>
      </p:sp>
    </p:spTree>
    <p:extLst>
      <p:ext uri="{BB962C8B-B14F-4D97-AF65-F5344CB8AC3E}">
        <p14:creationId xmlns:p14="http://schemas.microsoft.com/office/powerpoint/2010/main" val="1109508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95300" y="274638"/>
            <a:ext cx="8915400" cy="1143000"/>
          </a:xfrm>
          <a:prstGeom prst="rect">
            <a:avLst/>
          </a:prstGeom>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1093166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9446028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26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95300" y="274638"/>
            <a:ext cx="8915400" cy="1143000"/>
          </a:xfrm>
          <a:prstGeom prst="rect">
            <a:avLst/>
          </a:prstGeom>
        </p:spPr>
        <p:txBody>
          <a:bodyPr lIns="91407" tIns="45704" rIns="91407" bIns="45704"/>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11808338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09799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58162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6601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36258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8857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8073161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29802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4647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theme" Target="../theme/theme6.xml"/><Relationship Id="rId4" Type="http://schemas.openxmlformats.org/officeDocument/2006/relationships/slideLayout" Target="../slideLayouts/slideLayout19.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22.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23.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488950" y="149225"/>
            <a:ext cx="8420100" cy="39687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ko-KR" altLang="en-US"/>
              <a:t>마스터 제목 스타일 편집</a:t>
            </a:r>
          </a:p>
        </p:txBody>
      </p:sp>
      <p:sp>
        <p:nvSpPr>
          <p:cNvPr id="1027" name="Rectangle 4"/>
          <p:cNvSpPr>
            <a:spLocks noGrp="1" noChangeArrowheads="1"/>
          </p:cNvSpPr>
          <p:nvPr>
            <p:ph type="body" idx="1"/>
          </p:nvPr>
        </p:nvSpPr>
        <p:spPr bwMode="auto">
          <a:xfrm>
            <a:off x="742950" y="1600200"/>
            <a:ext cx="8420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98629" name="Rectangle 5"/>
          <p:cNvSpPr>
            <a:spLocks noGrp="1" noChangeArrowheads="1"/>
          </p:cNvSpPr>
          <p:nvPr>
            <p:ph type="sldNum" sz="quarter" idx="4"/>
          </p:nvPr>
        </p:nvSpPr>
        <p:spPr bwMode="auto">
          <a:xfrm>
            <a:off x="9534525" y="6692900"/>
            <a:ext cx="330200" cy="152400"/>
          </a:xfrm>
          <a:prstGeom prst="rect">
            <a:avLst/>
          </a:prstGeom>
          <a:noFill/>
          <a:ln>
            <a:noFill/>
          </a:ln>
          <a:effectLst/>
        </p:spPr>
        <p:txBody>
          <a:bodyPr vert="horz" wrap="square" lIns="0" tIns="0" rIns="0" bIns="0" numCol="1" anchor="t" anchorCtr="0" compatLnSpc="1">
            <a:prstTxWarp prst="textNoShape">
              <a:avLst/>
            </a:prstTxWarp>
            <a:spAutoFit/>
          </a:bodyPr>
          <a:lstStyle>
            <a:lvl1pPr algn="r" eaLnBrk="1" latinLnBrk="1" hangingPunct="1">
              <a:defRPr sz="1000">
                <a:solidFill>
                  <a:srgbClr val="000000"/>
                </a:solidFill>
                <a:latin typeface="Times New Roman" pitchFamily="18" charset="0"/>
                <a:ea typeface="+mn-ea"/>
              </a:defRPr>
            </a:lvl1pPr>
          </a:lstStyle>
          <a:p>
            <a:pPr>
              <a:defRPr/>
            </a:pPr>
            <a:fld id="{BF3E1A70-8405-4319-AD05-7599D615B23B}" type="slidenum">
              <a:rPr lang="ko-KR" altLang="en-US"/>
              <a:pPr>
                <a:defRPr/>
              </a:pPr>
              <a:t>‹#›</a:t>
            </a:fld>
            <a:endParaRPr lang="en-US" altLang="ko-KR"/>
          </a:p>
        </p:txBody>
      </p:sp>
      <p:sp>
        <p:nvSpPr>
          <p:cNvPr id="1029" name="Line 6"/>
          <p:cNvSpPr>
            <a:spLocks noChangeShapeType="1"/>
          </p:cNvSpPr>
          <p:nvPr userDrawn="1"/>
        </p:nvSpPr>
        <p:spPr bwMode="auto">
          <a:xfrm>
            <a:off x="74613" y="638175"/>
            <a:ext cx="9756775" cy="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6" name="슬라이드 번호 개체 틀 5"/>
          <p:cNvSpPr txBox="1">
            <a:spLocks/>
          </p:cNvSpPr>
          <p:nvPr userDrawn="1"/>
        </p:nvSpPr>
        <p:spPr>
          <a:xfrm>
            <a:off x="3794125" y="6669088"/>
            <a:ext cx="2311400" cy="133350"/>
          </a:xfrm>
          <a:prstGeom prst="rect">
            <a:avLst/>
          </a:prstGeom>
        </p:spPr>
        <p:txBody>
          <a:bodyPr anchor="ctr"/>
          <a:lstStyle>
            <a:defPPr>
              <a:defRPr lang="ko-KR"/>
            </a:defPPr>
            <a:lvl1pPr algn="r" rtl="0" fontAlgn="base" latinLnBrk="1">
              <a:spcBef>
                <a:spcPct val="0"/>
              </a:spcBef>
              <a:spcAft>
                <a:spcPct val="0"/>
              </a:spcAft>
              <a:defRPr kumimoji="1" sz="1200" kern="1200">
                <a:solidFill>
                  <a:schemeClr val="tx1">
                    <a:tint val="75000"/>
                  </a:schemeClr>
                </a:solidFill>
                <a:latin typeface="맑은 고딕" pitchFamily="50" charset="-127"/>
                <a:ea typeface="맑은 고딕" pitchFamily="50" charset="-127"/>
                <a:cs typeface="+mn-cs"/>
              </a:defRPr>
            </a:lvl1pPr>
            <a:lvl2pPr marL="4572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2pPr>
            <a:lvl3pPr marL="9144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3pPr>
            <a:lvl4pPr marL="13716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4pPr>
            <a:lvl5pPr marL="18288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5pPr>
            <a:lvl6pPr marL="2286000" algn="l" defTabSz="914400" rtl="0" eaLnBrk="1" latinLnBrk="1" hangingPunct="1">
              <a:defRPr kumimoji="1" sz="2400" kern="1200">
                <a:solidFill>
                  <a:schemeClr val="tx1"/>
                </a:solidFill>
                <a:latin typeface="맑은 고딕" pitchFamily="50" charset="-127"/>
                <a:ea typeface="맑은 고딕" pitchFamily="50" charset="-127"/>
                <a:cs typeface="+mn-cs"/>
              </a:defRPr>
            </a:lvl6pPr>
            <a:lvl7pPr marL="2743200" algn="l" defTabSz="914400" rtl="0" eaLnBrk="1" latinLnBrk="1" hangingPunct="1">
              <a:defRPr kumimoji="1" sz="2400" kern="1200">
                <a:solidFill>
                  <a:schemeClr val="tx1"/>
                </a:solidFill>
                <a:latin typeface="맑은 고딕" pitchFamily="50" charset="-127"/>
                <a:ea typeface="맑은 고딕" pitchFamily="50" charset="-127"/>
                <a:cs typeface="+mn-cs"/>
              </a:defRPr>
            </a:lvl7pPr>
            <a:lvl8pPr marL="3200400" algn="l" defTabSz="914400" rtl="0" eaLnBrk="1" latinLnBrk="1" hangingPunct="1">
              <a:defRPr kumimoji="1" sz="2400" kern="1200">
                <a:solidFill>
                  <a:schemeClr val="tx1"/>
                </a:solidFill>
                <a:latin typeface="맑은 고딕" pitchFamily="50" charset="-127"/>
                <a:ea typeface="맑은 고딕" pitchFamily="50" charset="-127"/>
                <a:cs typeface="+mn-cs"/>
              </a:defRPr>
            </a:lvl8pPr>
            <a:lvl9pPr marL="3657600" algn="l" defTabSz="914400" rtl="0" eaLnBrk="1" latinLnBrk="1" hangingPunct="1">
              <a:defRPr kumimoji="1" sz="2400" kern="1200">
                <a:solidFill>
                  <a:schemeClr val="tx1"/>
                </a:solidFill>
                <a:latin typeface="맑은 고딕" pitchFamily="50" charset="-127"/>
                <a:ea typeface="맑은 고딕" pitchFamily="50" charset="-127"/>
                <a:cs typeface="+mn-cs"/>
              </a:defRPr>
            </a:lvl9pPr>
          </a:lstStyle>
          <a:p>
            <a:pPr algn="ctr" eaLnBrk="1" hangingPunct="1">
              <a:defRPr/>
            </a:pPr>
            <a:fld id="{4FCE5C35-6619-4DB3-8B2C-E4CA67E0DB23}" type="slidenum">
              <a:rPr lang="ko-KR" altLang="en-US" sz="1000" smtClean="0">
                <a:solidFill>
                  <a:schemeClr val="tx1"/>
                </a:solidFill>
              </a:rPr>
              <a:pPr algn="ctr" eaLnBrk="1" hangingPunct="1">
                <a:defRPr/>
              </a:pPr>
              <a:t>‹#›</a:t>
            </a:fld>
            <a:endParaRPr lang="ko-KR" altLang="en-US" sz="1000">
              <a:solidFill>
                <a:schemeClr val="tx1"/>
              </a:solidFill>
            </a:endParaRPr>
          </a:p>
        </p:txBody>
      </p:sp>
    </p:spTree>
  </p:cSld>
  <p:clrMap bg1="lt1" tx1="dk1" bg2="lt2" tx2="dk2" accent1="accent1" accent2="accent2" accent3="accent3" accent4="accent4" accent5="accent5" accent6="accent6" hlink="hlink" folHlink="folHlink"/>
  <p:sldLayoutIdLst>
    <p:sldLayoutId id="2147484613" r:id="rId1"/>
    <p:sldLayoutId id="2147484615" r:id="rId2"/>
  </p:sldLayoutIdLst>
  <p:hf hdr="0" ftr="0" dt="0"/>
  <p:txStyles>
    <p:titleStyle>
      <a:lvl1pPr algn="l" rtl="0" eaLnBrk="0" fontAlgn="base" latinLnBrk="1" hangingPunct="0">
        <a:spcBef>
          <a:spcPct val="0"/>
        </a:spcBef>
        <a:spcAft>
          <a:spcPct val="0"/>
        </a:spcAft>
        <a:defRPr kumimoji="1" sz="2600" b="1">
          <a:solidFill>
            <a:schemeClr val="bg1"/>
          </a:solidFill>
          <a:latin typeface="+mj-lt"/>
          <a:ea typeface="+mj-ea"/>
          <a:cs typeface="+mj-cs"/>
        </a:defRPr>
      </a:lvl1pPr>
      <a:lvl2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600" b="1">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600" b="1">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600" b="1">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600" b="1">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14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14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1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14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3"/>
          <p:cNvSpPr>
            <a:spLocks noGrp="1" noChangeArrowheads="1"/>
          </p:cNvSpPr>
          <p:nvPr>
            <p:ph type="body" idx="1"/>
          </p:nvPr>
        </p:nvSpPr>
        <p:spPr bwMode="auto">
          <a:xfrm>
            <a:off x="742950" y="1371600"/>
            <a:ext cx="8585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57" tIns="45680" rIns="91357" bIns="4568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cSld>
  <p:clrMap bg1="lt1" tx1="dk1" bg2="lt2" tx2="dk2" accent1="accent1" accent2="accent2" accent3="accent3" accent4="accent4" accent5="accent5" accent6="accent6" hlink="hlink" folHlink="folHlink"/>
  <p:sldLayoutIdLst>
    <p:sldLayoutId id="2147484602" r:id="rId1"/>
  </p:sldLayoutIdLst>
  <p:hf hdr="0" ftr="0" dt="0"/>
  <p:txStyles>
    <p:titleStyle>
      <a:lvl1pPr algn="l" rtl="0" eaLnBrk="0" fontAlgn="base" latinLnBrk="1" hangingPunct="0">
        <a:spcBef>
          <a:spcPct val="0"/>
        </a:spcBef>
        <a:spcAft>
          <a:spcPct val="0"/>
        </a:spcAft>
        <a:defRPr kumimoji="1" sz="2200">
          <a:solidFill>
            <a:schemeClr val="bg1"/>
          </a:solidFill>
          <a:latin typeface="+mj-lt"/>
          <a:ea typeface="+mj-ea"/>
          <a:cs typeface="+mj-cs"/>
        </a:defRPr>
      </a:lvl1pPr>
      <a:lvl2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200">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200">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200">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200">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lr>
          <a:schemeClr val="accent1"/>
        </a:buClr>
        <a:buSzPct val="75000"/>
        <a:buFont typeface="Wingdings" panose="05000000000000000000" pitchFamily="2" charset="2"/>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lr>
          <a:schemeClr val="accent1"/>
        </a:buClr>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30188" algn="l" rtl="0" eaLnBrk="0" fontAlgn="base" latinLnBrk="1" hangingPunct="0">
        <a:spcBef>
          <a:spcPct val="20000"/>
        </a:spcBef>
        <a:spcAft>
          <a:spcPct val="0"/>
        </a:spcAft>
        <a:buClr>
          <a:schemeClr val="accent1"/>
        </a:buClr>
        <a:buChar char="•"/>
        <a:defRPr kumimoji="1" sz="2000">
          <a:solidFill>
            <a:schemeClr val="tx1"/>
          </a:solidFill>
          <a:latin typeface="+mn-lt"/>
          <a:ea typeface="+mn-ea"/>
        </a:defRPr>
      </a:lvl5pPr>
      <a:lvl6pPr marL="2514600" indent="-230188" algn="l" rtl="0" fontAlgn="base" latinLnBrk="1">
        <a:spcBef>
          <a:spcPct val="20000"/>
        </a:spcBef>
        <a:spcAft>
          <a:spcPct val="0"/>
        </a:spcAft>
        <a:buClr>
          <a:schemeClr val="accent1"/>
        </a:buClr>
        <a:buChar char="•"/>
        <a:defRPr kumimoji="1" sz="2000">
          <a:solidFill>
            <a:schemeClr val="tx1"/>
          </a:solidFill>
          <a:latin typeface="+mn-lt"/>
          <a:ea typeface="+mn-ea"/>
        </a:defRPr>
      </a:lvl6pPr>
      <a:lvl7pPr marL="2971800" indent="-230188" algn="l" rtl="0" fontAlgn="base" latinLnBrk="1">
        <a:spcBef>
          <a:spcPct val="20000"/>
        </a:spcBef>
        <a:spcAft>
          <a:spcPct val="0"/>
        </a:spcAft>
        <a:buClr>
          <a:schemeClr val="accent1"/>
        </a:buClr>
        <a:buChar char="•"/>
        <a:defRPr kumimoji="1" sz="2000">
          <a:solidFill>
            <a:schemeClr val="tx1"/>
          </a:solidFill>
          <a:latin typeface="+mn-lt"/>
          <a:ea typeface="+mn-ea"/>
        </a:defRPr>
      </a:lvl7pPr>
      <a:lvl8pPr marL="3429000" indent="-230188" algn="l" rtl="0" fontAlgn="base" latinLnBrk="1">
        <a:spcBef>
          <a:spcPct val="20000"/>
        </a:spcBef>
        <a:spcAft>
          <a:spcPct val="0"/>
        </a:spcAft>
        <a:buClr>
          <a:schemeClr val="accent1"/>
        </a:buClr>
        <a:buChar char="•"/>
        <a:defRPr kumimoji="1" sz="2000">
          <a:solidFill>
            <a:schemeClr val="tx1"/>
          </a:solidFill>
          <a:latin typeface="+mn-lt"/>
          <a:ea typeface="+mn-ea"/>
        </a:defRPr>
      </a:lvl8pPr>
      <a:lvl9pPr marL="3886200" indent="-230188" algn="l" rtl="0" fontAlgn="base" latinLnBrk="1">
        <a:spcBef>
          <a:spcPct val="20000"/>
        </a:spcBef>
        <a:spcAft>
          <a:spcPct val="0"/>
        </a:spcAft>
        <a:buClr>
          <a:schemeClr val="accent1"/>
        </a:buClr>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3074" name="Rectangle 3"/>
          <p:cNvSpPr>
            <a:spLocks noGrp="1" noChangeArrowheads="1"/>
          </p:cNvSpPr>
          <p:nvPr>
            <p:ph type="title"/>
          </p:nvPr>
        </p:nvSpPr>
        <p:spPr bwMode="auto">
          <a:xfrm>
            <a:off x="488950" y="149225"/>
            <a:ext cx="8420100" cy="39687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ko-KR" altLang="en-US"/>
              <a:t>마스터 제목 스타일 편집</a:t>
            </a:r>
          </a:p>
        </p:txBody>
      </p:sp>
      <p:sp>
        <p:nvSpPr>
          <p:cNvPr id="3075" name="Rectangle 4"/>
          <p:cNvSpPr>
            <a:spLocks noGrp="1" noChangeArrowheads="1"/>
          </p:cNvSpPr>
          <p:nvPr>
            <p:ph type="body" idx="1"/>
          </p:nvPr>
        </p:nvSpPr>
        <p:spPr bwMode="auto">
          <a:xfrm>
            <a:off x="742950" y="1600200"/>
            <a:ext cx="8420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98629" name="Rectangle 5"/>
          <p:cNvSpPr>
            <a:spLocks noGrp="1" noChangeArrowheads="1"/>
          </p:cNvSpPr>
          <p:nvPr>
            <p:ph type="sldNum" sz="quarter" idx="4"/>
          </p:nvPr>
        </p:nvSpPr>
        <p:spPr bwMode="auto">
          <a:xfrm>
            <a:off x="9534525" y="6692900"/>
            <a:ext cx="330200" cy="152400"/>
          </a:xfrm>
          <a:prstGeom prst="rect">
            <a:avLst/>
          </a:prstGeom>
          <a:noFill/>
          <a:ln>
            <a:noFill/>
          </a:ln>
          <a:effectLst/>
        </p:spPr>
        <p:txBody>
          <a:bodyPr vert="horz" wrap="square" lIns="0" tIns="0" rIns="0" bIns="0" numCol="1" anchor="t" anchorCtr="0" compatLnSpc="1">
            <a:prstTxWarp prst="textNoShape">
              <a:avLst/>
            </a:prstTxWarp>
            <a:spAutoFit/>
          </a:bodyPr>
          <a:lstStyle>
            <a:lvl1pPr algn="r" eaLnBrk="1" latinLnBrk="1" hangingPunct="1">
              <a:defRPr sz="1000">
                <a:solidFill>
                  <a:srgbClr val="000000"/>
                </a:solidFill>
                <a:latin typeface="Times New Roman" pitchFamily="18" charset="0"/>
                <a:ea typeface="+mn-ea"/>
              </a:defRPr>
            </a:lvl1pPr>
          </a:lstStyle>
          <a:p>
            <a:pPr>
              <a:defRPr/>
            </a:pPr>
            <a:fld id="{FC6450A0-0B22-45AA-B08E-FB1FECC8EC44}" type="slidenum">
              <a:rPr lang="ko-KR" altLang="en-US"/>
              <a:pPr>
                <a:defRPr/>
              </a:pPr>
              <a:t>‹#›</a:t>
            </a:fld>
            <a:endParaRPr lang="en-US" altLang="ko-KR"/>
          </a:p>
        </p:txBody>
      </p:sp>
      <p:sp>
        <p:nvSpPr>
          <p:cNvPr id="3077" name="Line 6"/>
          <p:cNvSpPr>
            <a:spLocks noChangeShapeType="1"/>
          </p:cNvSpPr>
          <p:nvPr/>
        </p:nvSpPr>
        <p:spPr bwMode="auto">
          <a:xfrm>
            <a:off x="74613" y="638175"/>
            <a:ext cx="9756775" cy="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a:lstStyle/>
          <a:p>
            <a:endParaRPr lang="ko-KR" altLang="en-US"/>
          </a:p>
        </p:txBody>
      </p:sp>
    </p:spTree>
  </p:cSld>
  <p:clrMap bg1="lt1" tx1="dk1" bg2="lt2" tx2="dk2" accent1="accent1" accent2="accent2" accent3="accent3" accent4="accent4" accent5="accent5" accent6="accent6" hlink="hlink" folHlink="folHlink"/>
  <p:sldLayoutIdLst>
    <p:sldLayoutId id="2147484617" r:id="rId1"/>
    <p:sldLayoutId id="2147484618" r:id="rId2"/>
  </p:sldLayoutIdLst>
  <p:hf hdr="0" ftr="0" dt="0"/>
  <p:txStyles>
    <p:titleStyle>
      <a:lvl1pPr algn="l" rtl="0" eaLnBrk="0" fontAlgn="base" latinLnBrk="1" hangingPunct="0">
        <a:spcBef>
          <a:spcPct val="0"/>
        </a:spcBef>
        <a:spcAft>
          <a:spcPct val="0"/>
        </a:spcAft>
        <a:defRPr kumimoji="1" sz="2600" b="1">
          <a:solidFill>
            <a:schemeClr val="bg1"/>
          </a:solidFill>
          <a:latin typeface="+mj-lt"/>
          <a:ea typeface="+mj-ea"/>
          <a:cs typeface="+mj-cs"/>
        </a:defRPr>
      </a:lvl1pPr>
      <a:lvl2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600" b="1">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600" b="1">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600" b="1">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600" b="1">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14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14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1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14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슬라이드 번호 개체 틀 3"/>
          <p:cNvSpPr txBox="1">
            <a:spLocks/>
          </p:cNvSpPr>
          <p:nvPr userDrawn="1"/>
        </p:nvSpPr>
        <p:spPr>
          <a:xfrm>
            <a:off x="4521200" y="6694488"/>
            <a:ext cx="863600" cy="119062"/>
          </a:xfrm>
          <a:prstGeom prst="rect">
            <a:avLst/>
          </a:prstGeom>
        </p:spPr>
        <p:txBody>
          <a:bodyPr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fld id="{2143B43F-588A-4EA4-99DD-0EFE8A689109}" type="slidenum">
              <a:rPr kumimoji="0" lang="ko-KR" altLang="en-US" sz="900" smtClean="0">
                <a:solidFill>
                  <a:prstClr val="black"/>
                </a:solidFill>
              </a:rPr>
              <a:pPr algn="ctr" fontAlgn="auto">
                <a:spcBef>
                  <a:spcPts val="0"/>
                </a:spcBef>
                <a:spcAft>
                  <a:spcPts val="0"/>
                </a:spcAft>
                <a:defRPr/>
              </a:pPr>
              <a:t>‹#›</a:t>
            </a:fld>
            <a:endParaRPr kumimoji="0" lang="ko-KR" altLang="en-US" sz="900">
              <a:solidFill>
                <a:prstClr val="black"/>
              </a:solidFill>
            </a:endParaRPr>
          </a:p>
        </p:txBody>
      </p:sp>
      <p:cxnSp>
        <p:nvCxnSpPr>
          <p:cNvPr id="3" name="직선 연결선 2"/>
          <p:cNvCxnSpPr/>
          <p:nvPr userDrawn="1"/>
        </p:nvCxnSpPr>
        <p:spPr>
          <a:xfrm>
            <a:off x="57150" y="549275"/>
            <a:ext cx="979170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603" r:id="rId1"/>
    <p:sldLayoutId id="2147484627" r:id="rId2"/>
  </p:sldLayoutIdLst>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2pPr>
      <a:lvl3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3pPr>
      <a:lvl4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4pPr>
      <a:lvl5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5pPr>
      <a:lvl6pPr marL="4572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6pPr>
      <a:lvl7pPr marL="9144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7pPr>
      <a:lvl8pPr marL="13716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8pPr>
      <a:lvl9pPr marL="18288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5122" name="Rectangle 3"/>
          <p:cNvSpPr>
            <a:spLocks noGrp="1" noChangeArrowheads="1"/>
          </p:cNvSpPr>
          <p:nvPr>
            <p:ph type="title"/>
          </p:nvPr>
        </p:nvSpPr>
        <p:spPr bwMode="auto">
          <a:xfrm>
            <a:off x="488950" y="149225"/>
            <a:ext cx="8420100" cy="39687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ko-KR" altLang="en-US"/>
              <a:t>마스터 제목 스타일 편집</a:t>
            </a:r>
          </a:p>
        </p:txBody>
      </p:sp>
      <p:sp>
        <p:nvSpPr>
          <p:cNvPr id="5123" name="Rectangle 4"/>
          <p:cNvSpPr>
            <a:spLocks noGrp="1" noChangeArrowheads="1"/>
          </p:cNvSpPr>
          <p:nvPr>
            <p:ph type="body" idx="1"/>
          </p:nvPr>
        </p:nvSpPr>
        <p:spPr bwMode="auto">
          <a:xfrm>
            <a:off x="742950" y="1600200"/>
            <a:ext cx="8420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98629" name="Rectangle 5"/>
          <p:cNvSpPr>
            <a:spLocks noGrp="1" noChangeArrowheads="1"/>
          </p:cNvSpPr>
          <p:nvPr>
            <p:ph type="sldNum" sz="quarter" idx="4"/>
          </p:nvPr>
        </p:nvSpPr>
        <p:spPr bwMode="auto">
          <a:xfrm>
            <a:off x="9534525" y="6692900"/>
            <a:ext cx="330200" cy="152400"/>
          </a:xfrm>
          <a:prstGeom prst="rect">
            <a:avLst/>
          </a:prstGeom>
          <a:noFill/>
          <a:ln>
            <a:noFill/>
          </a:ln>
          <a:effectLst/>
        </p:spPr>
        <p:txBody>
          <a:bodyPr vert="horz" wrap="square" lIns="0" tIns="0" rIns="0" bIns="0" numCol="1" anchor="t" anchorCtr="0" compatLnSpc="1">
            <a:prstTxWarp prst="textNoShape">
              <a:avLst/>
            </a:prstTxWarp>
            <a:spAutoFit/>
          </a:bodyPr>
          <a:lstStyle>
            <a:lvl1pPr algn="r" eaLnBrk="1" latinLnBrk="1" hangingPunct="1">
              <a:defRPr sz="1000">
                <a:solidFill>
                  <a:srgbClr val="000000"/>
                </a:solidFill>
                <a:latin typeface="Times New Roman" pitchFamily="18" charset="0"/>
                <a:ea typeface="+mn-ea"/>
              </a:defRPr>
            </a:lvl1pPr>
          </a:lstStyle>
          <a:p>
            <a:pPr>
              <a:defRPr/>
            </a:pPr>
            <a:fld id="{CD2811CC-7812-4243-96B6-8D44FB2BE536}" type="slidenum">
              <a:rPr lang="ko-KR" altLang="en-US"/>
              <a:pPr>
                <a:defRPr/>
              </a:pPr>
              <a:t>‹#›</a:t>
            </a:fld>
            <a:endParaRPr lang="en-US" altLang="ko-KR"/>
          </a:p>
        </p:txBody>
      </p:sp>
      <p:sp>
        <p:nvSpPr>
          <p:cNvPr id="5125" name="Line 6"/>
          <p:cNvSpPr>
            <a:spLocks noChangeShapeType="1"/>
          </p:cNvSpPr>
          <p:nvPr userDrawn="1"/>
        </p:nvSpPr>
        <p:spPr bwMode="auto">
          <a:xfrm>
            <a:off x="74613" y="638175"/>
            <a:ext cx="9756775" cy="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6" name="슬라이드 번호 개체 틀 5"/>
          <p:cNvSpPr txBox="1">
            <a:spLocks/>
          </p:cNvSpPr>
          <p:nvPr/>
        </p:nvSpPr>
        <p:spPr>
          <a:xfrm>
            <a:off x="3794125" y="6669088"/>
            <a:ext cx="2311400" cy="133350"/>
          </a:xfrm>
          <a:prstGeom prst="rect">
            <a:avLst/>
          </a:prstGeom>
        </p:spPr>
        <p:txBody>
          <a:bodyPr anchor="ctr"/>
          <a:lstStyle>
            <a:defPPr>
              <a:defRPr lang="ko-KR"/>
            </a:defPPr>
            <a:lvl1pPr algn="r" rtl="0" fontAlgn="base" latinLnBrk="1">
              <a:spcBef>
                <a:spcPct val="0"/>
              </a:spcBef>
              <a:spcAft>
                <a:spcPct val="0"/>
              </a:spcAft>
              <a:defRPr kumimoji="1" sz="1200" kern="1200">
                <a:solidFill>
                  <a:schemeClr val="tx1">
                    <a:tint val="75000"/>
                  </a:schemeClr>
                </a:solidFill>
                <a:latin typeface="맑은 고딕" pitchFamily="50" charset="-127"/>
                <a:ea typeface="맑은 고딕" pitchFamily="50" charset="-127"/>
                <a:cs typeface="+mn-cs"/>
              </a:defRPr>
            </a:lvl1pPr>
            <a:lvl2pPr marL="4572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2pPr>
            <a:lvl3pPr marL="9144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3pPr>
            <a:lvl4pPr marL="13716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4pPr>
            <a:lvl5pPr marL="18288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5pPr>
            <a:lvl6pPr marL="2286000" algn="l" defTabSz="914400" rtl="0" eaLnBrk="1" latinLnBrk="1" hangingPunct="1">
              <a:defRPr kumimoji="1" sz="2400" kern="1200">
                <a:solidFill>
                  <a:schemeClr val="tx1"/>
                </a:solidFill>
                <a:latin typeface="맑은 고딕" pitchFamily="50" charset="-127"/>
                <a:ea typeface="맑은 고딕" pitchFamily="50" charset="-127"/>
                <a:cs typeface="+mn-cs"/>
              </a:defRPr>
            </a:lvl6pPr>
            <a:lvl7pPr marL="2743200" algn="l" defTabSz="914400" rtl="0" eaLnBrk="1" latinLnBrk="1" hangingPunct="1">
              <a:defRPr kumimoji="1" sz="2400" kern="1200">
                <a:solidFill>
                  <a:schemeClr val="tx1"/>
                </a:solidFill>
                <a:latin typeface="맑은 고딕" pitchFamily="50" charset="-127"/>
                <a:ea typeface="맑은 고딕" pitchFamily="50" charset="-127"/>
                <a:cs typeface="+mn-cs"/>
              </a:defRPr>
            </a:lvl7pPr>
            <a:lvl8pPr marL="3200400" algn="l" defTabSz="914400" rtl="0" eaLnBrk="1" latinLnBrk="1" hangingPunct="1">
              <a:defRPr kumimoji="1" sz="2400" kern="1200">
                <a:solidFill>
                  <a:schemeClr val="tx1"/>
                </a:solidFill>
                <a:latin typeface="맑은 고딕" pitchFamily="50" charset="-127"/>
                <a:ea typeface="맑은 고딕" pitchFamily="50" charset="-127"/>
                <a:cs typeface="+mn-cs"/>
              </a:defRPr>
            </a:lvl8pPr>
            <a:lvl9pPr marL="3657600" algn="l" defTabSz="914400" rtl="0" eaLnBrk="1" latinLnBrk="1" hangingPunct="1">
              <a:defRPr kumimoji="1" sz="2400" kern="1200">
                <a:solidFill>
                  <a:schemeClr val="tx1"/>
                </a:solidFill>
                <a:latin typeface="맑은 고딕" pitchFamily="50" charset="-127"/>
                <a:ea typeface="맑은 고딕" pitchFamily="50" charset="-127"/>
                <a:cs typeface="+mn-cs"/>
              </a:defRPr>
            </a:lvl9pPr>
          </a:lstStyle>
          <a:p>
            <a:pPr algn="ctr" eaLnBrk="1" hangingPunct="1">
              <a:defRPr/>
            </a:pPr>
            <a:fld id="{7E73D60E-83FB-4AAA-BB61-F7E48E5B5368}" type="slidenum">
              <a:rPr lang="ko-KR" altLang="en-US" sz="1000" smtClean="0">
                <a:solidFill>
                  <a:srgbClr val="000000"/>
                </a:solidFill>
              </a:rPr>
              <a:pPr algn="ctr" eaLnBrk="1" hangingPunct="1">
                <a:defRPr/>
              </a:pPr>
              <a:t>‹#›</a:t>
            </a:fld>
            <a:endParaRPr lang="ko-KR" altLang="en-US" sz="1000">
              <a:solidFill>
                <a:srgbClr val="000000"/>
              </a:solidFill>
            </a:endParaRPr>
          </a:p>
        </p:txBody>
      </p:sp>
    </p:spTree>
  </p:cSld>
  <p:clrMap bg1="lt1" tx1="dk1" bg2="lt2" tx2="dk2" accent1="accent1" accent2="accent2" accent3="accent3" accent4="accent4" accent5="accent5" accent6="accent6" hlink="hlink" folHlink="folHlink"/>
  <p:sldLayoutIdLst>
    <p:sldLayoutId id="2147484619" r:id="rId1"/>
    <p:sldLayoutId id="2147484620" r:id="rId2"/>
    <p:sldLayoutId id="2147484621" r:id="rId3"/>
    <p:sldLayoutId id="2147484622" r:id="rId4"/>
    <p:sldLayoutId id="2147484623" r:id="rId5"/>
    <p:sldLayoutId id="2147484624" r:id="rId6"/>
    <p:sldLayoutId id="2147484625" r:id="rId7"/>
    <p:sldLayoutId id="2147484626" r:id="rId8"/>
  </p:sldLayoutIdLst>
  <p:hf hdr="0" ftr="0" dt="0"/>
  <p:txStyles>
    <p:titleStyle>
      <a:lvl1pPr algn="l" rtl="0" eaLnBrk="0" fontAlgn="base" latinLnBrk="1" hangingPunct="0">
        <a:spcBef>
          <a:spcPct val="0"/>
        </a:spcBef>
        <a:spcAft>
          <a:spcPct val="0"/>
        </a:spcAft>
        <a:defRPr kumimoji="1" sz="2600" b="1">
          <a:solidFill>
            <a:schemeClr val="bg1"/>
          </a:solidFill>
          <a:latin typeface="+mj-lt"/>
          <a:ea typeface="+mj-ea"/>
          <a:cs typeface="+mj-cs"/>
        </a:defRPr>
      </a:lvl1pPr>
      <a:lvl2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600" b="1">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600" b="1">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600" b="1">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600" b="1">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14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14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1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14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3"/>
          <p:cNvSpPr>
            <a:spLocks noGrp="1" noChangeArrowheads="1"/>
          </p:cNvSpPr>
          <p:nvPr>
            <p:ph type="body" idx="1"/>
          </p:nvPr>
        </p:nvSpPr>
        <p:spPr bwMode="auto">
          <a:xfrm>
            <a:off x="742950" y="1371600"/>
            <a:ext cx="8585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24" tIns="45663" rIns="91324" bIns="45663"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cSld>
  <p:clrMap bg1="lt1" tx1="dk1" bg2="lt2" tx2="dk2" accent1="accent1" accent2="accent2" accent3="accent3" accent4="accent4" accent5="accent5" accent6="accent6" hlink="hlink" folHlink="folHlink"/>
  <p:sldLayoutIdLst>
    <p:sldLayoutId id="2147484604" r:id="rId1"/>
    <p:sldLayoutId id="2147484605" r:id="rId2"/>
    <p:sldLayoutId id="2147484606" r:id="rId3"/>
    <p:sldLayoutId id="2147484607" r:id="rId4"/>
  </p:sldLayoutIdLst>
  <p:hf hdr="0" ftr="0" dt="0"/>
  <p:txStyles>
    <p:titleStyle>
      <a:lvl1pPr algn="l" rtl="0" eaLnBrk="0" fontAlgn="base" latinLnBrk="1" hangingPunct="0">
        <a:spcBef>
          <a:spcPct val="0"/>
        </a:spcBef>
        <a:spcAft>
          <a:spcPct val="0"/>
        </a:spcAft>
        <a:defRPr kumimoji="1" sz="2200">
          <a:solidFill>
            <a:schemeClr val="bg1"/>
          </a:solidFill>
          <a:latin typeface="+mj-lt"/>
          <a:ea typeface="+mj-ea"/>
          <a:cs typeface="+mj-cs"/>
        </a:defRPr>
      </a:lvl1pPr>
      <a:lvl2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5pPr>
      <a:lvl6pPr marL="457034" algn="l" rtl="0" fontAlgn="base" latinLnBrk="1">
        <a:spcBef>
          <a:spcPct val="0"/>
        </a:spcBef>
        <a:spcAft>
          <a:spcPct val="0"/>
        </a:spcAft>
        <a:defRPr kumimoji="1" sz="2200">
          <a:solidFill>
            <a:schemeClr val="bg1"/>
          </a:solidFill>
          <a:latin typeface="굴림" pitchFamily="50" charset="-127"/>
          <a:ea typeface="굴림" pitchFamily="50" charset="-127"/>
        </a:defRPr>
      </a:lvl6pPr>
      <a:lvl7pPr marL="914070" algn="l" rtl="0" fontAlgn="base" latinLnBrk="1">
        <a:spcBef>
          <a:spcPct val="0"/>
        </a:spcBef>
        <a:spcAft>
          <a:spcPct val="0"/>
        </a:spcAft>
        <a:defRPr kumimoji="1" sz="2200">
          <a:solidFill>
            <a:schemeClr val="bg1"/>
          </a:solidFill>
          <a:latin typeface="굴림" pitchFamily="50" charset="-127"/>
          <a:ea typeface="굴림" pitchFamily="50" charset="-127"/>
        </a:defRPr>
      </a:lvl7pPr>
      <a:lvl8pPr marL="1371106" algn="l" rtl="0" fontAlgn="base" latinLnBrk="1">
        <a:spcBef>
          <a:spcPct val="0"/>
        </a:spcBef>
        <a:spcAft>
          <a:spcPct val="0"/>
        </a:spcAft>
        <a:defRPr kumimoji="1" sz="2200">
          <a:solidFill>
            <a:schemeClr val="bg1"/>
          </a:solidFill>
          <a:latin typeface="굴림" pitchFamily="50" charset="-127"/>
          <a:ea typeface="굴림" pitchFamily="50" charset="-127"/>
        </a:defRPr>
      </a:lvl8pPr>
      <a:lvl9pPr marL="1828140" algn="l" rtl="0" fontAlgn="base" latinLnBrk="1">
        <a:spcBef>
          <a:spcPct val="0"/>
        </a:spcBef>
        <a:spcAft>
          <a:spcPct val="0"/>
        </a:spcAft>
        <a:defRPr kumimoji="1" sz="2200">
          <a:solidFill>
            <a:schemeClr val="bg1"/>
          </a:solidFill>
          <a:latin typeface="굴림" pitchFamily="50" charset="-127"/>
          <a:ea typeface="굴림" pitchFamily="50" charset="-127"/>
        </a:defRPr>
      </a:lvl9pPr>
    </p:titleStyle>
    <p:bodyStyle>
      <a:lvl1pPr marL="341313" indent="-341313" algn="l" rtl="0" eaLnBrk="0" fontAlgn="base" latinLnBrk="1" hangingPunct="0">
        <a:spcBef>
          <a:spcPct val="20000"/>
        </a:spcBef>
        <a:spcAft>
          <a:spcPct val="0"/>
        </a:spcAft>
        <a:buClr>
          <a:schemeClr val="accent1"/>
        </a:buClr>
        <a:buSzPct val="75000"/>
        <a:buFont typeface="Wingdings" panose="05000000000000000000" pitchFamily="2" charset="2"/>
        <a:buChar char="£"/>
        <a:defRPr kumimoji="1" sz="3200">
          <a:solidFill>
            <a:schemeClr val="tx1"/>
          </a:solidFill>
          <a:latin typeface="+mn-lt"/>
          <a:ea typeface="+mn-ea"/>
          <a:cs typeface="+mn-cs"/>
        </a:defRPr>
      </a:lvl1pPr>
      <a:lvl2pPr marL="741363" indent="-284163" algn="l" rtl="0" eaLnBrk="0" fontAlgn="base" latinLnBrk="1" hangingPunct="0">
        <a:spcBef>
          <a:spcPct val="20000"/>
        </a:spcBef>
        <a:spcAft>
          <a:spcPct val="0"/>
        </a:spcAft>
        <a:buChar char="–"/>
        <a:defRPr kumimoji="1" sz="2800">
          <a:solidFill>
            <a:schemeClr val="tx1"/>
          </a:solidFill>
          <a:latin typeface="+mn-lt"/>
          <a:ea typeface="+mn-ea"/>
        </a:defRPr>
      </a:lvl2pPr>
      <a:lvl3pPr marL="1141413" indent="-227013" algn="l" rtl="0" eaLnBrk="0" fontAlgn="base" latinLnBrk="1" hangingPunct="0">
        <a:spcBef>
          <a:spcPct val="20000"/>
        </a:spcBef>
        <a:spcAft>
          <a:spcPct val="0"/>
        </a:spcAft>
        <a:buClr>
          <a:schemeClr val="accent1"/>
        </a:buClr>
        <a:buChar char="•"/>
        <a:defRPr kumimoji="1" sz="2400">
          <a:solidFill>
            <a:schemeClr val="tx1"/>
          </a:solidFill>
          <a:latin typeface="+mn-lt"/>
          <a:ea typeface="+mn-ea"/>
        </a:defRPr>
      </a:lvl3pPr>
      <a:lvl4pPr marL="1598613" indent="-227013" algn="l" rtl="0" eaLnBrk="0" fontAlgn="base" latinLnBrk="1" hangingPunct="0">
        <a:spcBef>
          <a:spcPct val="20000"/>
        </a:spcBef>
        <a:spcAft>
          <a:spcPct val="0"/>
        </a:spcAft>
        <a:buChar char="–"/>
        <a:defRPr kumimoji="1" sz="2000">
          <a:solidFill>
            <a:schemeClr val="tx1"/>
          </a:solidFill>
          <a:latin typeface="+mn-lt"/>
          <a:ea typeface="+mn-ea"/>
        </a:defRPr>
      </a:lvl4pPr>
      <a:lvl5pPr marL="2055813" indent="-228600" algn="l" rtl="0" eaLnBrk="0" fontAlgn="base" latinLnBrk="1" hangingPunct="0">
        <a:spcBef>
          <a:spcPct val="20000"/>
        </a:spcBef>
        <a:spcAft>
          <a:spcPct val="0"/>
        </a:spcAft>
        <a:buClr>
          <a:schemeClr val="accent1"/>
        </a:buClr>
        <a:buChar char="•"/>
        <a:defRPr kumimoji="1" sz="2000">
          <a:solidFill>
            <a:schemeClr val="tx1"/>
          </a:solidFill>
          <a:latin typeface="+mn-lt"/>
          <a:ea typeface="+mn-ea"/>
        </a:defRPr>
      </a:lvl5pPr>
      <a:lvl6pPr marL="2513694" indent="-230104" algn="l" rtl="0" fontAlgn="base" latinLnBrk="1">
        <a:spcBef>
          <a:spcPct val="20000"/>
        </a:spcBef>
        <a:spcAft>
          <a:spcPct val="0"/>
        </a:spcAft>
        <a:buClr>
          <a:schemeClr val="accent1"/>
        </a:buClr>
        <a:buChar char="•"/>
        <a:defRPr kumimoji="1" sz="2000">
          <a:solidFill>
            <a:schemeClr val="tx1"/>
          </a:solidFill>
          <a:latin typeface="+mn-lt"/>
          <a:ea typeface="+mn-ea"/>
        </a:defRPr>
      </a:lvl6pPr>
      <a:lvl7pPr marL="2970728" indent="-230104" algn="l" rtl="0" fontAlgn="base" latinLnBrk="1">
        <a:spcBef>
          <a:spcPct val="20000"/>
        </a:spcBef>
        <a:spcAft>
          <a:spcPct val="0"/>
        </a:spcAft>
        <a:buClr>
          <a:schemeClr val="accent1"/>
        </a:buClr>
        <a:buChar char="•"/>
        <a:defRPr kumimoji="1" sz="2000">
          <a:solidFill>
            <a:schemeClr val="tx1"/>
          </a:solidFill>
          <a:latin typeface="+mn-lt"/>
          <a:ea typeface="+mn-ea"/>
        </a:defRPr>
      </a:lvl7pPr>
      <a:lvl8pPr marL="3427764" indent="-230104" algn="l" rtl="0" fontAlgn="base" latinLnBrk="1">
        <a:spcBef>
          <a:spcPct val="20000"/>
        </a:spcBef>
        <a:spcAft>
          <a:spcPct val="0"/>
        </a:spcAft>
        <a:buClr>
          <a:schemeClr val="accent1"/>
        </a:buClr>
        <a:buChar char="•"/>
        <a:defRPr kumimoji="1" sz="2000">
          <a:solidFill>
            <a:schemeClr val="tx1"/>
          </a:solidFill>
          <a:latin typeface="+mn-lt"/>
          <a:ea typeface="+mn-ea"/>
        </a:defRPr>
      </a:lvl8pPr>
      <a:lvl9pPr marL="3884798" indent="-230104" algn="l" rtl="0" fontAlgn="base" latinLnBrk="1">
        <a:spcBef>
          <a:spcPct val="20000"/>
        </a:spcBef>
        <a:spcAft>
          <a:spcPct val="0"/>
        </a:spcAft>
        <a:buClr>
          <a:schemeClr val="accent1"/>
        </a:buClr>
        <a:buChar char="•"/>
        <a:defRPr kumimoji="1" sz="2000">
          <a:solidFill>
            <a:schemeClr val="tx1"/>
          </a:solidFill>
          <a:latin typeface="+mn-lt"/>
          <a:ea typeface="+mn-ea"/>
        </a:defRPr>
      </a:lvl9pPr>
    </p:bodyStyle>
    <p:otherStyle>
      <a:defPPr>
        <a:defRPr lang="ko-KR"/>
      </a:defPPr>
      <a:lvl1pPr marL="0" algn="l" defTabSz="914070" rtl="0" eaLnBrk="1" latinLnBrk="1" hangingPunct="1">
        <a:defRPr sz="1800" kern="1200">
          <a:solidFill>
            <a:schemeClr val="tx1"/>
          </a:solidFill>
          <a:latin typeface="+mn-lt"/>
          <a:ea typeface="+mn-ea"/>
          <a:cs typeface="+mn-cs"/>
        </a:defRPr>
      </a:lvl1pPr>
      <a:lvl2pPr marL="457034" algn="l" defTabSz="914070" rtl="0" eaLnBrk="1" latinLnBrk="1" hangingPunct="1">
        <a:defRPr sz="1800" kern="1200">
          <a:solidFill>
            <a:schemeClr val="tx1"/>
          </a:solidFill>
          <a:latin typeface="+mn-lt"/>
          <a:ea typeface="+mn-ea"/>
          <a:cs typeface="+mn-cs"/>
        </a:defRPr>
      </a:lvl2pPr>
      <a:lvl3pPr marL="914070" algn="l" defTabSz="914070" rtl="0" eaLnBrk="1" latinLnBrk="1" hangingPunct="1">
        <a:defRPr sz="1800" kern="1200">
          <a:solidFill>
            <a:schemeClr val="tx1"/>
          </a:solidFill>
          <a:latin typeface="+mn-lt"/>
          <a:ea typeface="+mn-ea"/>
          <a:cs typeface="+mn-cs"/>
        </a:defRPr>
      </a:lvl3pPr>
      <a:lvl4pPr marL="1371106" algn="l" defTabSz="914070" rtl="0" eaLnBrk="1" latinLnBrk="1" hangingPunct="1">
        <a:defRPr sz="1800" kern="1200">
          <a:solidFill>
            <a:schemeClr val="tx1"/>
          </a:solidFill>
          <a:latin typeface="+mn-lt"/>
          <a:ea typeface="+mn-ea"/>
          <a:cs typeface="+mn-cs"/>
        </a:defRPr>
      </a:lvl4pPr>
      <a:lvl5pPr marL="1828140" algn="l" defTabSz="914070" rtl="0" eaLnBrk="1" latinLnBrk="1" hangingPunct="1">
        <a:defRPr sz="1800" kern="1200">
          <a:solidFill>
            <a:schemeClr val="tx1"/>
          </a:solidFill>
          <a:latin typeface="+mn-lt"/>
          <a:ea typeface="+mn-ea"/>
          <a:cs typeface="+mn-cs"/>
        </a:defRPr>
      </a:lvl5pPr>
      <a:lvl6pPr marL="2285176" algn="l" defTabSz="914070" rtl="0" eaLnBrk="1" latinLnBrk="1" hangingPunct="1">
        <a:defRPr sz="1800" kern="1200">
          <a:solidFill>
            <a:schemeClr val="tx1"/>
          </a:solidFill>
          <a:latin typeface="+mn-lt"/>
          <a:ea typeface="+mn-ea"/>
          <a:cs typeface="+mn-cs"/>
        </a:defRPr>
      </a:lvl6pPr>
      <a:lvl7pPr marL="2742211" algn="l" defTabSz="914070" rtl="0" eaLnBrk="1" latinLnBrk="1" hangingPunct="1">
        <a:defRPr sz="1800" kern="1200">
          <a:solidFill>
            <a:schemeClr val="tx1"/>
          </a:solidFill>
          <a:latin typeface="+mn-lt"/>
          <a:ea typeface="+mn-ea"/>
          <a:cs typeface="+mn-cs"/>
        </a:defRPr>
      </a:lvl7pPr>
      <a:lvl8pPr marL="3199246" algn="l" defTabSz="914070" rtl="0" eaLnBrk="1" latinLnBrk="1" hangingPunct="1">
        <a:defRPr sz="1800" kern="1200">
          <a:solidFill>
            <a:schemeClr val="tx1"/>
          </a:solidFill>
          <a:latin typeface="+mn-lt"/>
          <a:ea typeface="+mn-ea"/>
          <a:cs typeface="+mn-cs"/>
        </a:defRPr>
      </a:lvl8pPr>
      <a:lvl9pPr marL="3656281" algn="l" defTabSz="914070" rtl="0" eaLnBrk="1" latinLnBrk="1"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 name="직선 연결선 2"/>
          <p:cNvCxnSpPr/>
          <p:nvPr/>
        </p:nvCxnSpPr>
        <p:spPr>
          <a:xfrm flipV="1">
            <a:off x="71438" y="619125"/>
            <a:ext cx="975836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Box 52"/>
          <p:cNvSpPr txBox="1">
            <a:spLocks noChangeArrowheads="1"/>
          </p:cNvSpPr>
          <p:nvPr/>
        </p:nvSpPr>
        <p:spPr bwMode="gray">
          <a:xfrm>
            <a:off x="4448175" y="6640513"/>
            <a:ext cx="1009650"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lIns="73951" tIns="36976" rIns="73951" bIns="36976">
            <a:spAutoFit/>
          </a:bodyPr>
          <a:lstStyle>
            <a:lvl1pPr>
              <a:defRPr>
                <a:solidFill>
                  <a:schemeClr val="tx1"/>
                </a:solidFill>
                <a:latin typeface="맑은 고딕" pitchFamily="50" charset="-127"/>
                <a:ea typeface="맑은 고딕" pitchFamily="50" charset="-127"/>
              </a:defRPr>
            </a:lvl1pPr>
            <a:lvl2pPr marL="742950" indent="-285750">
              <a:defRPr>
                <a:solidFill>
                  <a:schemeClr val="tx1"/>
                </a:solidFill>
                <a:latin typeface="맑은 고딕" pitchFamily="50" charset="-127"/>
                <a:ea typeface="맑은 고딕" pitchFamily="50" charset="-127"/>
              </a:defRPr>
            </a:lvl2pPr>
            <a:lvl3pPr marL="1143000" indent="-228600">
              <a:defRPr>
                <a:solidFill>
                  <a:schemeClr val="tx1"/>
                </a:solidFill>
                <a:latin typeface="맑은 고딕" pitchFamily="50" charset="-127"/>
                <a:ea typeface="맑은 고딕" pitchFamily="50" charset="-127"/>
              </a:defRPr>
            </a:lvl3pPr>
            <a:lvl4pPr marL="1600200" indent="-228600">
              <a:defRPr>
                <a:solidFill>
                  <a:schemeClr val="tx1"/>
                </a:solidFill>
                <a:latin typeface="맑은 고딕" pitchFamily="50" charset="-127"/>
                <a:ea typeface="맑은 고딕" pitchFamily="50" charset="-127"/>
              </a:defRPr>
            </a:lvl4pPr>
            <a:lvl5pPr marL="2057400" indent="-228600">
              <a:defRPr>
                <a:solidFill>
                  <a:schemeClr val="tx1"/>
                </a:solidFill>
                <a:latin typeface="맑은 고딕" pitchFamily="50" charset="-127"/>
                <a:ea typeface="맑은 고딕" pitchFamily="50" charset="-127"/>
              </a:defRPr>
            </a:lvl5pPr>
            <a:lvl6pPr marL="2514600" indent="-228600" fontAlgn="base">
              <a:spcBef>
                <a:spcPct val="0"/>
              </a:spcBef>
              <a:spcAft>
                <a:spcPct val="0"/>
              </a:spcAft>
              <a:defRPr>
                <a:solidFill>
                  <a:schemeClr val="tx1"/>
                </a:solidFill>
                <a:latin typeface="맑은 고딕" pitchFamily="50" charset="-127"/>
                <a:ea typeface="맑은 고딕" pitchFamily="50" charset="-127"/>
              </a:defRPr>
            </a:lvl6pPr>
            <a:lvl7pPr marL="2971800" indent="-228600" fontAlgn="base">
              <a:spcBef>
                <a:spcPct val="0"/>
              </a:spcBef>
              <a:spcAft>
                <a:spcPct val="0"/>
              </a:spcAft>
              <a:defRPr>
                <a:solidFill>
                  <a:schemeClr val="tx1"/>
                </a:solidFill>
                <a:latin typeface="맑은 고딕" pitchFamily="50" charset="-127"/>
                <a:ea typeface="맑은 고딕" pitchFamily="50" charset="-127"/>
              </a:defRPr>
            </a:lvl7pPr>
            <a:lvl8pPr marL="3429000" indent="-228600" fontAlgn="base">
              <a:spcBef>
                <a:spcPct val="0"/>
              </a:spcBef>
              <a:spcAft>
                <a:spcPct val="0"/>
              </a:spcAft>
              <a:defRPr>
                <a:solidFill>
                  <a:schemeClr val="tx1"/>
                </a:solidFill>
                <a:latin typeface="맑은 고딕" pitchFamily="50" charset="-127"/>
                <a:ea typeface="맑은 고딕" pitchFamily="50" charset="-127"/>
              </a:defRPr>
            </a:lvl8pPr>
            <a:lvl9pPr marL="3886200" indent="-228600" fontAlgn="base">
              <a:spcBef>
                <a:spcPct val="0"/>
              </a:spcBef>
              <a:spcAft>
                <a:spcPct val="0"/>
              </a:spcAft>
              <a:defRPr>
                <a:solidFill>
                  <a:schemeClr val="tx1"/>
                </a:solidFill>
                <a:latin typeface="맑은 고딕" pitchFamily="50" charset="-127"/>
                <a:ea typeface="맑은 고딕" pitchFamily="50" charset="-127"/>
              </a:defRPr>
            </a:lvl9pPr>
          </a:lstStyle>
          <a:p>
            <a:pPr algn="ctr" fontAlgn="auto">
              <a:spcBef>
                <a:spcPts val="0"/>
              </a:spcBef>
              <a:spcAft>
                <a:spcPts val="0"/>
              </a:spcAft>
              <a:defRPr/>
            </a:pPr>
            <a:fld id="{8E0540FA-8777-4F79-A5C0-6CE94A47F9D7}" type="slidenum">
              <a:rPr kumimoji="0" lang="en-US" altLang="ko-KR" sz="923" smtClean="0">
                <a:solidFill>
                  <a:prstClr val="black">
                    <a:lumMod val="65000"/>
                    <a:lumOff val="35000"/>
                  </a:prstClr>
                </a:solidFill>
                <a:latin typeface="맑은 고딕"/>
                <a:ea typeface="-윤고딕330" pitchFamily="18" charset="-127"/>
                <a:cs typeface="산돌고딕 L"/>
              </a:rPr>
              <a:pPr algn="ctr" fontAlgn="auto">
                <a:spcBef>
                  <a:spcPts val="0"/>
                </a:spcBef>
                <a:spcAft>
                  <a:spcPts val="0"/>
                </a:spcAft>
                <a:defRPr/>
              </a:pPr>
              <a:t>‹#›</a:t>
            </a:fld>
            <a:endParaRPr kumimoji="0" lang="en-US" altLang="ko-KR" sz="923">
              <a:solidFill>
                <a:prstClr val="black">
                  <a:lumMod val="65000"/>
                  <a:lumOff val="35000"/>
                </a:prstClr>
              </a:solidFill>
              <a:latin typeface="맑은 고딕"/>
              <a:ea typeface="-윤고딕330" pitchFamily="18" charset="-127"/>
              <a:cs typeface="산돌고딕 L"/>
            </a:endParaRPr>
          </a:p>
        </p:txBody>
      </p:sp>
    </p:spTree>
  </p:cSld>
  <p:clrMap bg1="lt1" tx1="dk1" bg2="lt2" tx2="dk2" accent1="accent1" accent2="accent2" accent3="accent3" accent4="accent4" accent5="accent5" accent6="accent6" hlink="hlink" folHlink="folHlink"/>
  <p:sldLayoutIdLst>
    <p:sldLayoutId id="2147484608" r:id="rId1"/>
    <p:sldLayoutId id="2147484609" r:id="rId2"/>
  </p:sldLayoutIdLst>
  <p:hf hdr="0" ftr="0" dt="0"/>
  <p:txStyles>
    <p:titleStyle>
      <a:lvl1pPr algn="ctr" rtl="0" eaLnBrk="0" fontAlgn="base" latinLnBrk="1" hangingPunct="0">
        <a:spcBef>
          <a:spcPct val="0"/>
        </a:spcBef>
        <a:spcAft>
          <a:spcPct val="0"/>
        </a:spcAft>
        <a:defRPr sz="4000" kern="1200">
          <a:solidFill>
            <a:schemeClr val="tx1"/>
          </a:solidFill>
          <a:latin typeface="+mj-lt"/>
          <a:ea typeface="+mj-ea"/>
          <a:cs typeface="+mj-cs"/>
        </a:defRPr>
      </a:lvl1pPr>
      <a:lvl2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5pPr>
      <a:lvl6pPr marL="422041" algn="ctr" rtl="0" fontAlgn="base" latinLnBrk="1">
        <a:spcBef>
          <a:spcPct val="0"/>
        </a:spcBef>
        <a:spcAft>
          <a:spcPct val="0"/>
        </a:spcAft>
        <a:defRPr sz="4062">
          <a:solidFill>
            <a:schemeClr val="tx1"/>
          </a:solidFill>
          <a:latin typeface="맑은 고딕" pitchFamily="50" charset="-127"/>
          <a:ea typeface="맑은 고딕" pitchFamily="50" charset="-127"/>
        </a:defRPr>
      </a:lvl6pPr>
      <a:lvl7pPr marL="844083" algn="ctr" rtl="0" fontAlgn="base" latinLnBrk="1">
        <a:spcBef>
          <a:spcPct val="0"/>
        </a:spcBef>
        <a:spcAft>
          <a:spcPct val="0"/>
        </a:spcAft>
        <a:defRPr sz="4062">
          <a:solidFill>
            <a:schemeClr val="tx1"/>
          </a:solidFill>
          <a:latin typeface="맑은 고딕" pitchFamily="50" charset="-127"/>
          <a:ea typeface="맑은 고딕" pitchFamily="50" charset="-127"/>
        </a:defRPr>
      </a:lvl7pPr>
      <a:lvl8pPr marL="1266124" algn="ctr" rtl="0" fontAlgn="base" latinLnBrk="1">
        <a:spcBef>
          <a:spcPct val="0"/>
        </a:spcBef>
        <a:spcAft>
          <a:spcPct val="0"/>
        </a:spcAft>
        <a:defRPr sz="4062">
          <a:solidFill>
            <a:schemeClr val="tx1"/>
          </a:solidFill>
          <a:latin typeface="맑은 고딕" pitchFamily="50" charset="-127"/>
          <a:ea typeface="맑은 고딕" pitchFamily="50" charset="-127"/>
        </a:defRPr>
      </a:lvl8pPr>
      <a:lvl9pPr marL="1688165" algn="ctr" rtl="0" fontAlgn="base" latinLnBrk="1">
        <a:spcBef>
          <a:spcPct val="0"/>
        </a:spcBef>
        <a:spcAft>
          <a:spcPct val="0"/>
        </a:spcAft>
        <a:defRPr sz="4062">
          <a:solidFill>
            <a:schemeClr val="tx1"/>
          </a:solidFill>
          <a:latin typeface="맑은 고딕" pitchFamily="50" charset="-127"/>
          <a:ea typeface="맑은 고딕" pitchFamily="50" charset="-127"/>
        </a:defRPr>
      </a:lvl9pPr>
    </p:titleStyle>
    <p:bodyStyle>
      <a:lvl1pPr marL="315913" indent="-315913" algn="l" rtl="0" eaLnBrk="0" fontAlgn="base" latinLnBrk="1"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1pPr>
      <a:lvl2pPr marL="685800" indent="-263525" algn="l" rtl="0" eaLnBrk="0" fontAlgn="base" latinLnBrk="1" hangingPunct="0">
        <a:spcBef>
          <a:spcPct val="20000"/>
        </a:spcBef>
        <a:spcAft>
          <a:spcPct val="0"/>
        </a:spcAft>
        <a:buFont typeface="Arial" panose="020B0604020202020204" pitchFamily="34" charset="0"/>
        <a:buChar char="–"/>
        <a:defRPr sz="2500" kern="1200">
          <a:solidFill>
            <a:schemeClr val="tx1"/>
          </a:solidFill>
          <a:latin typeface="+mn-lt"/>
          <a:ea typeface="+mn-ea"/>
          <a:cs typeface="+mn-cs"/>
        </a:defRPr>
      </a:lvl2pPr>
      <a:lvl3pPr marL="1054100" indent="-209550" algn="l" rtl="0" eaLnBrk="0" fontAlgn="base" latinLnBrk="1" hangingPunct="0">
        <a:spcBef>
          <a:spcPct val="20000"/>
        </a:spcBef>
        <a:spcAft>
          <a:spcPct val="0"/>
        </a:spcAft>
        <a:buFont typeface="Arial" panose="020B0604020202020204" pitchFamily="34" charset="0"/>
        <a:buChar char="•"/>
        <a:defRPr sz="2200" kern="1200">
          <a:solidFill>
            <a:schemeClr val="tx1"/>
          </a:solidFill>
          <a:latin typeface="+mn-lt"/>
          <a:ea typeface="+mn-ea"/>
          <a:cs typeface="+mn-cs"/>
        </a:defRPr>
      </a:lvl3pPr>
      <a:lvl4pPr marL="1476375"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4pPr>
      <a:lvl5pPr marL="1898650"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5pPr>
      <a:lvl6pPr marL="2321227"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6pPr>
      <a:lvl7pPr marL="2743269"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7pPr>
      <a:lvl8pPr marL="3165310"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8pPr>
      <a:lvl9pPr marL="3587351"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9pPr>
    </p:bodyStyle>
    <p:otherStyle>
      <a:defPPr>
        <a:defRPr lang="ko-KR"/>
      </a:defPPr>
      <a:lvl1pPr marL="0" algn="l" defTabSz="844083" rtl="0" eaLnBrk="1" latinLnBrk="1" hangingPunct="1">
        <a:defRPr sz="1662" kern="1200">
          <a:solidFill>
            <a:schemeClr val="tx1"/>
          </a:solidFill>
          <a:latin typeface="+mn-lt"/>
          <a:ea typeface="+mn-ea"/>
          <a:cs typeface="+mn-cs"/>
        </a:defRPr>
      </a:lvl1pPr>
      <a:lvl2pPr marL="422041" algn="l" defTabSz="844083" rtl="0" eaLnBrk="1" latinLnBrk="1" hangingPunct="1">
        <a:defRPr sz="1662" kern="1200">
          <a:solidFill>
            <a:schemeClr val="tx1"/>
          </a:solidFill>
          <a:latin typeface="+mn-lt"/>
          <a:ea typeface="+mn-ea"/>
          <a:cs typeface="+mn-cs"/>
        </a:defRPr>
      </a:lvl2pPr>
      <a:lvl3pPr marL="844083" algn="l" defTabSz="844083" rtl="0" eaLnBrk="1" latinLnBrk="1" hangingPunct="1">
        <a:defRPr sz="1662" kern="1200">
          <a:solidFill>
            <a:schemeClr val="tx1"/>
          </a:solidFill>
          <a:latin typeface="+mn-lt"/>
          <a:ea typeface="+mn-ea"/>
          <a:cs typeface="+mn-cs"/>
        </a:defRPr>
      </a:lvl3pPr>
      <a:lvl4pPr marL="1266124" algn="l" defTabSz="844083" rtl="0" eaLnBrk="1" latinLnBrk="1" hangingPunct="1">
        <a:defRPr sz="1662" kern="1200">
          <a:solidFill>
            <a:schemeClr val="tx1"/>
          </a:solidFill>
          <a:latin typeface="+mn-lt"/>
          <a:ea typeface="+mn-ea"/>
          <a:cs typeface="+mn-cs"/>
        </a:defRPr>
      </a:lvl4pPr>
      <a:lvl5pPr marL="1688165" algn="l" defTabSz="844083" rtl="0" eaLnBrk="1" latinLnBrk="1" hangingPunct="1">
        <a:defRPr sz="1662" kern="1200">
          <a:solidFill>
            <a:schemeClr val="tx1"/>
          </a:solidFill>
          <a:latin typeface="+mn-lt"/>
          <a:ea typeface="+mn-ea"/>
          <a:cs typeface="+mn-cs"/>
        </a:defRPr>
      </a:lvl5pPr>
      <a:lvl6pPr marL="2110207" algn="l" defTabSz="844083" rtl="0" eaLnBrk="1" latinLnBrk="1" hangingPunct="1">
        <a:defRPr sz="1662" kern="1200">
          <a:solidFill>
            <a:schemeClr val="tx1"/>
          </a:solidFill>
          <a:latin typeface="+mn-lt"/>
          <a:ea typeface="+mn-ea"/>
          <a:cs typeface="+mn-cs"/>
        </a:defRPr>
      </a:lvl6pPr>
      <a:lvl7pPr marL="2532248" algn="l" defTabSz="844083" rtl="0" eaLnBrk="1" latinLnBrk="1" hangingPunct="1">
        <a:defRPr sz="1662" kern="1200">
          <a:solidFill>
            <a:schemeClr val="tx1"/>
          </a:solidFill>
          <a:latin typeface="+mn-lt"/>
          <a:ea typeface="+mn-ea"/>
          <a:cs typeface="+mn-cs"/>
        </a:defRPr>
      </a:lvl7pPr>
      <a:lvl8pPr marL="2954289" algn="l" defTabSz="844083" rtl="0" eaLnBrk="1" latinLnBrk="1" hangingPunct="1">
        <a:defRPr sz="1662" kern="1200">
          <a:solidFill>
            <a:schemeClr val="tx1"/>
          </a:solidFill>
          <a:latin typeface="+mn-lt"/>
          <a:ea typeface="+mn-ea"/>
          <a:cs typeface="+mn-cs"/>
        </a:defRPr>
      </a:lvl8pPr>
      <a:lvl9pPr marL="3376331" algn="l" defTabSz="844083" rtl="0" eaLnBrk="1" latinLnBrk="1" hangingPunct="1">
        <a:defRPr sz="1662"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 name="직선 연결선 2"/>
          <p:cNvCxnSpPr/>
          <p:nvPr/>
        </p:nvCxnSpPr>
        <p:spPr>
          <a:xfrm flipV="1">
            <a:off x="71438" y="619125"/>
            <a:ext cx="975836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Box 52"/>
          <p:cNvSpPr txBox="1">
            <a:spLocks noChangeArrowheads="1"/>
          </p:cNvSpPr>
          <p:nvPr userDrawn="1"/>
        </p:nvSpPr>
        <p:spPr bwMode="gray">
          <a:xfrm>
            <a:off x="4448175" y="6640513"/>
            <a:ext cx="1009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lIns="80114" tIns="40057" rIns="80114" bIns="40057">
            <a:spAutoFit/>
          </a:bodyPr>
          <a:lstStyle>
            <a:lvl1pPr>
              <a:defRPr>
                <a:solidFill>
                  <a:schemeClr val="tx1"/>
                </a:solidFill>
                <a:latin typeface="맑은 고딕" pitchFamily="50" charset="-127"/>
                <a:ea typeface="맑은 고딕" pitchFamily="50" charset="-127"/>
              </a:defRPr>
            </a:lvl1pPr>
            <a:lvl2pPr marL="742950" indent="-285750">
              <a:defRPr>
                <a:solidFill>
                  <a:schemeClr val="tx1"/>
                </a:solidFill>
                <a:latin typeface="맑은 고딕" pitchFamily="50" charset="-127"/>
                <a:ea typeface="맑은 고딕" pitchFamily="50" charset="-127"/>
              </a:defRPr>
            </a:lvl2pPr>
            <a:lvl3pPr marL="1143000" indent="-228600">
              <a:defRPr>
                <a:solidFill>
                  <a:schemeClr val="tx1"/>
                </a:solidFill>
                <a:latin typeface="맑은 고딕" pitchFamily="50" charset="-127"/>
                <a:ea typeface="맑은 고딕" pitchFamily="50" charset="-127"/>
              </a:defRPr>
            </a:lvl3pPr>
            <a:lvl4pPr marL="1600200" indent="-228600">
              <a:defRPr>
                <a:solidFill>
                  <a:schemeClr val="tx1"/>
                </a:solidFill>
                <a:latin typeface="맑은 고딕" pitchFamily="50" charset="-127"/>
                <a:ea typeface="맑은 고딕" pitchFamily="50" charset="-127"/>
              </a:defRPr>
            </a:lvl4pPr>
            <a:lvl5pPr marL="2057400" indent="-228600">
              <a:defRPr>
                <a:solidFill>
                  <a:schemeClr val="tx1"/>
                </a:solidFill>
                <a:latin typeface="맑은 고딕" pitchFamily="50" charset="-127"/>
                <a:ea typeface="맑은 고딕" pitchFamily="50" charset="-127"/>
              </a:defRPr>
            </a:lvl5pPr>
            <a:lvl6pPr marL="2514600" indent="-228600" fontAlgn="base">
              <a:spcBef>
                <a:spcPct val="0"/>
              </a:spcBef>
              <a:spcAft>
                <a:spcPct val="0"/>
              </a:spcAft>
              <a:defRPr>
                <a:solidFill>
                  <a:schemeClr val="tx1"/>
                </a:solidFill>
                <a:latin typeface="맑은 고딕" pitchFamily="50" charset="-127"/>
                <a:ea typeface="맑은 고딕" pitchFamily="50" charset="-127"/>
              </a:defRPr>
            </a:lvl6pPr>
            <a:lvl7pPr marL="2971800" indent="-228600" fontAlgn="base">
              <a:spcBef>
                <a:spcPct val="0"/>
              </a:spcBef>
              <a:spcAft>
                <a:spcPct val="0"/>
              </a:spcAft>
              <a:defRPr>
                <a:solidFill>
                  <a:schemeClr val="tx1"/>
                </a:solidFill>
                <a:latin typeface="맑은 고딕" pitchFamily="50" charset="-127"/>
                <a:ea typeface="맑은 고딕" pitchFamily="50" charset="-127"/>
              </a:defRPr>
            </a:lvl7pPr>
            <a:lvl8pPr marL="3429000" indent="-228600" fontAlgn="base">
              <a:spcBef>
                <a:spcPct val="0"/>
              </a:spcBef>
              <a:spcAft>
                <a:spcPct val="0"/>
              </a:spcAft>
              <a:defRPr>
                <a:solidFill>
                  <a:schemeClr val="tx1"/>
                </a:solidFill>
                <a:latin typeface="맑은 고딕" pitchFamily="50" charset="-127"/>
                <a:ea typeface="맑은 고딕" pitchFamily="50" charset="-127"/>
              </a:defRPr>
            </a:lvl8pPr>
            <a:lvl9pPr marL="3886200" indent="-228600" fontAlgn="base">
              <a:spcBef>
                <a:spcPct val="0"/>
              </a:spcBef>
              <a:spcAft>
                <a:spcPct val="0"/>
              </a:spcAft>
              <a:defRPr>
                <a:solidFill>
                  <a:schemeClr val="tx1"/>
                </a:solidFill>
                <a:latin typeface="맑은 고딕" pitchFamily="50" charset="-127"/>
                <a:ea typeface="맑은 고딕" pitchFamily="50" charset="-127"/>
              </a:defRPr>
            </a:lvl9pPr>
          </a:lstStyle>
          <a:p>
            <a:pPr algn="ctr" fontAlgn="auto">
              <a:spcBef>
                <a:spcPts val="0"/>
              </a:spcBef>
              <a:spcAft>
                <a:spcPts val="0"/>
              </a:spcAft>
              <a:defRPr/>
            </a:pPr>
            <a:fld id="{85EF4213-695E-4C7A-9B6B-A3F3AB234D2D}" type="slidenum">
              <a:rPr kumimoji="0" lang="en-US" altLang="ko-KR" sz="1000" smtClean="0">
                <a:solidFill>
                  <a:prstClr val="black"/>
                </a:solidFill>
                <a:latin typeface="맑은 고딕"/>
                <a:ea typeface="-윤고딕330" pitchFamily="18" charset="-127"/>
                <a:cs typeface="산돌고딕 L"/>
              </a:rPr>
              <a:pPr algn="ctr" fontAlgn="auto">
                <a:spcBef>
                  <a:spcPts val="0"/>
                </a:spcBef>
                <a:spcAft>
                  <a:spcPts val="0"/>
                </a:spcAft>
                <a:defRPr/>
              </a:pPr>
              <a:t>‹#›</a:t>
            </a:fld>
            <a:endParaRPr kumimoji="0" lang="en-US" altLang="ko-KR" sz="1000">
              <a:solidFill>
                <a:prstClr val="black"/>
              </a:solidFill>
              <a:latin typeface="맑은 고딕"/>
              <a:ea typeface="-윤고딕330" pitchFamily="18" charset="-127"/>
              <a:cs typeface="산돌고딕 L"/>
            </a:endParaRPr>
          </a:p>
        </p:txBody>
      </p:sp>
    </p:spTree>
  </p:cSld>
  <p:clrMap bg1="lt1" tx1="dk1" bg2="lt2" tx2="dk2" accent1="accent1" accent2="accent2" accent3="accent3" accent4="accent4" accent5="accent5" accent6="accent6" hlink="hlink" folHlink="folHlink"/>
  <p:sldLayoutIdLst>
    <p:sldLayoutId id="2147484610" r:id="rId1"/>
  </p:sldLayoutIdLst>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5pPr>
      <a:lvl6pPr marL="457200" algn="ctr" rtl="0" fontAlgn="base" latinLnBrk="1">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1">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1">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1">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슬라이드 번호 개체 틀 3"/>
          <p:cNvSpPr txBox="1">
            <a:spLocks/>
          </p:cNvSpPr>
          <p:nvPr userDrawn="1"/>
        </p:nvSpPr>
        <p:spPr>
          <a:xfrm>
            <a:off x="4508500" y="6694488"/>
            <a:ext cx="863600" cy="119062"/>
          </a:xfrm>
          <a:prstGeom prst="rect">
            <a:avLst/>
          </a:prstGeom>
        </p:spPr>
        <p:txBody>
          <a:bodyPr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fld id="{C6E8F611-2AE9-47E6-8C02-00FCF440BBB7}" type="slidenum">
              <a:rPr kumimoji="0" lang="ko-KR" altLang="en-US" sz="900" smtClean="0">
                <a:solidFill>
                  <a:prstClr val="black"/>
                </a:solidFill>
              </a:rPr>
              <a:pPr algn="ctr" fontAlgn="auto">
                <a:spcBef>
                  <a:spcPts val="0"/>
                </a:spcBef>
                <a:spcAft>
                  <a:spcPts val="0"/>
                </a:spcAft>
                <a:defRPr/>
              </a:pPr>
              <a:t>‹#›</a:t>
            </a:fld>
            <a:endParaRPr kumimoji="0" lang="ko-KR" altLang="en-US" sz="900">
              <a:solidFill>
                <a:prstClr val="black"/>
              </a:solidFill>
            </a:endParaRPr>
          </a:p>
        </p:txBody>
      </p:sp>
      <p:cxnSp>
        <p:nvCxnSpPr>
          <p:cNvPr id="3" name="직선 연결선 2"/>
          <p:cNvCxnSpPr/>
          <p:nvPr userDrawn="1"/>
        </p:nvCxnSpPr>
        <p:spPr>
          <a:xfrm>
            <a:off x="57150" y="549275"/>
            <a:ext cx="979170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611" r:id="rId1"/>
  </p:sldLayoutIdLst>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2pPr>
      <a:lvl3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3pPr>
      <a:lvl4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4pPr>
      <a:lvl5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5pPr>
      <a:lvl6pPr marL="4572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6pPr>
      <a:lvl7pPr marL="9144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7pPr>
      <a:lvl8pPr marL="13716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8pPr>
      <a:lvl9pPr marL="18288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 name="직선 연결선 2"/>
          <p:cNvCxnSpPr/>
          <p:nvPr/>
        </p:nvCxnSpPr>
        <p:spPr>
          <a:xfrm flipV="1">
            <a:off x="71438" y="619125"/>
            <a:ext cx="975836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Box 52"/>
          <p:cNvSpPr txBox="1">
            <a:spLocks noChangeArrowheads="1"/>
          </p:cNvSpPr>
          <p:nvPr userDrawn="1"/>
        </p:nvSpPr>
        <p:spPr bwMode="gray">
          <a:xfrm>
            <a:off x="4448175" y="6640513"/>
            <a:ext cx="1009650"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lIns="73951" tIns="36976" rIns="73951" bIns="36976">
            <a:spAutoFit/>
          </a:bodyPr>
          <a:lstStyle>
            <a:lvl1pPr>
              <a:defRPr>
                <a:solidFill>
                  <a:schemeClr val="tx1"/>
                </a:solidFill>
                <a:latin typeface="맑은 고딕" pitchFamily="50" charset="-127"/>
                <a:ea typeface="맑은 고딕" pitchFamily="50" charset="-127"/>
              </a:defRPr>
            </a:lvl1pPr>
            <a:lvl2pPr marL="742950" indent="-285750">
              <a:defRPr>
                <a:solidFill>
                  <a:schemeClr val="tx1"/>
                </a:solidFill>
                <a:latin typeface="맑은 고딕" pitchFamily="50" charset="-127"/>
                <a:ea typeface="맑은 고딕" pitchFamily="50" charset="-127"/>
              </a:defRPr>
            </a:lvl2pPr>
            <a:lvl3pPr marL="1143000" indent="-228600">
              <a:defRPr>
                <a:solidFill>
                  <a:schemeClr val="tx1"/>
                </a:solidFill>
                <a:latin typeface="맑은 고딕" pitchFamily="50" charset="-127"/>
                <a:ea typeface="맑은 고딕" pitchFamily="50" charset="-127"/>
              </a:defRPr>
            </a:lvl3pPr>
            <a:lvl4pPr marL="1600200" indent="-228600">
              <a:defRPr>
                <a:solidFill>
                  <a:schemeClr val="tx1"/>
                </a:solidFill>
                <a:latin typeface="맑은 고딕" pitchFamily="50" charset="-127"/>
                <a:ea typeface="맑은 고딕" pitchFamily="50" charset="-127"/>
              </a:defRPr>
            </a:lvl4pPr>
            <a:lvl5pPr marL="2057400" indent="-228600">
              <a:defRPr>
                <a:solidFill>
                  <a:schemeClr val="tx1"/>
                </a:solidFill>
                <a:latin typeface="맑은 고딕" pitchFamily="50" charset="-127"/>
                <a:ea typeface="맑은 고딕" pitchFamily="50" charset="-127"/>
              </a:defRPr>
            </a:lvl5pPr>
            <a:lvl6pPr marL="2514600" indent="-228600" fontAlgn="base">
              <a:spcBef>
                <a:spcPct val="0"/>
              </a:spcBef>
              <a:spcAft>
                <a:spcPct val="0"/>
              </a:spcAft>
              <a:defRPr>
                <a:solidFill>
                  <a:schemeClr val="tx1"/>
                </a:solidFill>
                <a:latin typeface="맑은 고딕" pitchFamily="50" charset="-127"/>
                <a:ea typeface="맑은 고딕" pitchFamily="50" charset="-127"/>
              </a:defRPr>
            </a:lvl6pPr>
            <a:lvl7pPr marL="2971800" indent="-228600" fontAlgn="base">
              <a:spcBef>
                <a:spcPct val="0"/>
              </a:spcBef>
              <a:spcAft>
                <a:spcPct val="0"/>
              </a:spcAft>
              <a:defRPr>
                <a:solidFill>
                  <a:schemeClr val="tx1"/>
                </a:solidFill>
                <a:latin typeface="맑은 고딕" pitchFamily="50" charset="-127"/>
                <a:ea typeface="맑은 고딕" pitchFamily="50" charset="-127"/>
              </a:defRPr>
            </a:lvl7pPr>
            <a:lvl8pPr marL="3429000" indent="-228600" fontAlgn="base">
              <a:spcBef>
                <a:spcPct val="0"/>
              </a:spcBef>
              <a:spcAft>
                <a:spcPct val="0"/>
              </a:spcAft>
              <a:defRPr>
                <a:solidFill>
                  <a:schemeClr val="tx1"/>
                </a:solidFill>
                <a:latin typeface="맑은 고딕" pitchFamily="50" charset="-127"/>
                <a:ea typeface="맑은 고딕" pitchFamily="50" charset="-127"/>
              </a:defRPr>
            </a:lvl8pPr>
            <a:lvl9pPr marL="3886200" indent="-228600" fontAlgn="base">
              <a:spcBef>
                <a:spcPct val="0"/>
              </a:spcBef>
              <a:spcAft>
                <a:spcPct val="0"/>
              </a:spcAft>
              <a:defRPr>
                <a:solidFill>
                  <a:schemeClr val="tx1"/>
                </a:solidFill>
                <a:latin typeface="맑은 고딕" pitchFamily="50" charset="-127"/>
                <a:ea typeface="맑은 고딕" pitchFamily="50" charset="-127"/>
              </a:defRPr>
            </a:lvl9pPr>
          </a:lstStyle>
          <a:p>
            <a:pPr algn="ctr" fontAlgn="auto">
              <a:spcBef>
                <a:spcPts val="0"/>
              </a:spcBef>
              <a:spcAft>
                <a:spcPts val="0"/>
              </a:spcAft>
              <a:defRPr/>
            </a:pPr>
            <a:fld id="{9676B903-12F0-47A3-A460-847A4381F045}" type="slidenum">
              <a:rPr kumimoji="0" lang="en-US" altLang="ko-KR" sz="923" b="1" smtClean="0">
                <a:solidFill>
                  <a:prstClr val="black">
                    <a:lumMod val="65000"/>
                    <a:lumOff val="35000"/>
                  </a:prstClr>
                </a:solidFill>
                <a:latin typeface="맑은 고딕"/>
                <a:ea typeface="-윤고딕330" pitchFamily="18" charset="-127"/>
                <a:cs typeface="산돌고딕 L"/>
              </a:rPr>
              <a:pPr algn="ctr" fontAlgn="auto">
                <a:spcBef>
                  <a:spcPts val="0"/>
                </a:spcBef>
                <a:spcAft>
                  <a:spcPts val="0"/>
                </a:spcAft>
                <a:defRPr/>
              </a:pPr>
              <a:t>‹#›</a:t>
            </a:fld>
            <a:endParaRPr kumimoji="0" lang="en-US" altLang="ko-KR" sz="923" b="1">
              <a:solidFill>
                <a:prstClr val="black">
                  <a:lumMod val="65000"/>
                  <a:lumOff val="35000"/>
                </a:prstClr>
              </a:solidFill>
              <a:latin typeface="맑은 고딕"/>
              <a:ea typeface="-윤고딕330" pitchFamily="18" charset="-127"/>
              <a:cs typeface="산돌고딕 L"/>
            </a:endParaRPr>
          </a:p>
        </p:txBody>
      </p:sp>
    </p:spTree>
  </p:cSld>
  <p:clrMap bg1="lt1" tx1="dk1" bg2="lt2" tx2="dk2" accent1="accent1" accent2="accent2" accent3="accent3" accent4="accent4" accent5="accent5" accent6="accent6" hlink="hlink" folHlink="folHlink"/>
  <p:sldLayoutIdLst>
    <p:sldLayoutId id="2147484612" r:id="rId1"/>
  </p:sldLayoutIdLst>
  <p:hf hdr="0" ftr="0" dt="0"/>
  <p:txStyles>
    <p:titleStyle>
      <a:lvl1pPr algn="ctr" rtl="0" eaLnBrk="0" fontAlgn="base" latinLnBrk="1" hangingPunct="0">
        <a:spcBef>
          <a:spcPct val="0"/>
        </a:spcBef>
        <a:spcAft>
          <a:spcPct val="0"/>
        </a:spcAft>
        <a:defRPr sz="4000" kern="1200">
          <a:solidFill>
            <a:schemeClr val="tx1"/>
          </a:solidFill>
          <a:latin typeface="+mj-lt"/>
          <a:ea typeface="+mj-ea"/>
          <a:cs typeface="+mj-cs"/>
        </a:defRPr>
      </a:lvl1pPr>
      <a:lvl2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5pPr>
      <a:lvl6pPr marL="422041" algn="ctr" rtl="0" fontAlgn="base" latinLnBrk="1">
        <a:spcBef>
          <a:spcPct val="0"/>
        </a:spcBef>
        <a:spcAft>
          <a:spcPct val="0"/>
        </a:spcAft>
        <a:defRPr sz="4062">
          <a:solidFill>
            <a:schemeClr val="tx1"/>
          </a:solidFill>
          <a:latin typeface="맑은 고딕" pitchFamily="50" charset="-127"/>
          <a:ea typeface="맑은 고딕" pitchFamily="50" charset="-127"/>
        </a:defRPr>
      </a:lvl6pPr>
      <a:lvl7pPr marL="844083" algn="ctr" rtl="0" fontAlgn="base" latinLnBrk="1">
        <a:spcBef>
          <a:spcPct val="0"/>
        </a:spcBef>
        <a:spcAft>
          <a:spcPct val="0"/>
        </a:spcAft>
        <a:defRPr sz="4062">
          <a:solidFill>
            <a:schemeClr val="tx1"/>
          </a:solidFill>
          <a:latin typeface="맑은 고딕" pitchFamily="50" charset="-127"/>
          <a:ea typeface="맑은 고딕" pitchFamily="50" charset="-127"/>
        </a:defRPr>
      </a:lvl7pPr>
      <a:lvl8pPr marL="1266124" algn="ctr" rtl="0" fontAlgn="base" latinLnBrk="1">
        <a:spcBef>
          <a:spcPct val="0"/>
        </a:spcBef>
        <a:spcAft>
          <a:spcPct val="0"/>
        </a:spcAft>
        <a:defRPr sz="4062">
          <a:solidFill>
            <a:schemeClr val="tx1"/>
          </a:solidFill>
          <a:latin typeface="맑은 고딕" pitchFamily="50" charset="-127"/>
          <a:ea typeface="맑은 고딕" pitchFamily="50" charset="-127"/>
        </a:defRPr>
      </a:lvl8pPr>
      <a:lvl9pPr marL="1688165" algn="ctr" rtl="0" fontAlgn="base" latinLnBrk="1">
        <a:spcBef>
          <a:spcPct val="0"/>
        </a:spcBef>
        <a:spcAft>
          <a:spcPct val="0"/>
        </a:spcAft>
        <a:defRPr sz="4062">
          <a:solidFill>
            <a:schemeClr val="tx1"/>
          </a:solidFill>
          <a:latin typeface="맑은 고딕" pitchFamily="50" charset="-127"/>
          <a:ea typeface="맑은 고딕" pitchFamily="50" charset="-127"/>
        </a:defRPr>
      </a:lvl9pPr>
    </p:titleStyle>
    <p:bodyStyle>
      <a:lvl1pPr marL="315913" indent="-315913" algn="l" rtl="0" eaLnBrk="0" fontAlgn="base" latinLnBrk="1"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1pPr>
      <a:lvl2pPr marL="685800" indent="-263525" algn="l" rtl="0" eaLnBrk="0" fontAlgn="base" latinLnBrk="1" hangingPunct="0">
        <a:spcBef>
          <a:spcPct val="20000"/>
        </a:spcBef>
        <a:spcAft>
          <a:spcPct val="0"/>
        </a:spcAft>
        <a:buFont typeface="Arial" panose="020B0604020202020204" pitchFamily="34" charset="0"/>
        <a:buChar char="–"/>
        <a:defRPr sz="2500" kern="1200">
          <a:solidFill>
            <a:schemeClr val="tx1"/>
          </a:solidFill>
          <a:latin typeface="+mn-lt"/>
          <a:ea typeface="+mn-ea"/>
          <a:cs typeface="+mn-cs"/>
        </a:defRPr>
      </a:lvl2pPr>
      <a:lvl3pPr marL="1054100" indent="-209550" algn="l" rtl="0" eaLnBrk="0" fontAlgn="base" latinLnBrk="1" hangingPunct="0">
        <a:spcBef>
          <a:spcPct val="20000"/>
        </a:spcBef>
        <a:spcAft>
          <a:spcPct val="0"/>
        </a:spcAft>
        <a:buFont typeface="Arial" panose="020B0604020202020204" pitchFamily="34" charset="0"/>
        <a:buChar char="•"/>
        <a:defRPr sz="2200" kern="1200">
          <a:solidFill>
            <a:schemeClr val="tx1"/>
          </a:solidFill>
          <a:latin typeface="+mn-lt"/>
          <a:ea typeface="+mn-ea"/>
          <a:cs typeface="+mn-cs"/>
        </a:defRPr>
      </a:lvl3pPr>
      <a:lvl4pPr marL="1476375"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4pPr>
      <a:lvl5pPr marL="1898650"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5pPr>
      <a:lvl6pPr marL="2321227"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6pPr>
      <a:lvl7pPr marL="2743269"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7pPr>
      <a:lvl8pPr marL="3165310"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8pPr>
      <a:lvl9pPr marL="3587351"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9pPr>
    </p:bodyStyle>
    <p:otherStyle>
      <a:defPPr>
        <a:defRPr lang="ko-KR"/>
      </a:defPPr>
      <a:lvl1pPr marL="0" algn="l" defTabSz="844083" rtl="0" eaLnBrk="1" latinLnBrk="1" hangingPunct="1">
        <a:defRPr sz="1662" kern="1200">
          <a:solidFill>
            <a:schemeClr val="tx1"/>
          </a:solidFill>
          <a:latin typeface="+mn-lt"/>
          <a:ea typeface="+mn-ea"/>
          <a:cs typeface="+mn-cs"/>
        </a:defRPr>
      </a:lvl1pPr>
      <a:lvl2pPr marL="422041" algn="l" defTabSz="844083" rtl="0" eaLnBrk="1" latinLnBrk="1" hangingPunct="1">
        <a:defRPr sz="1662" kern="1200">
          <a:solidFill>
            <a:schemeClr val="tx1"/>
          </a:solidFill>
          <a:latin typeface="+mn-lt"/>
          <a:ea typeface="+mn-ea"/>
          <a:cs typeface="+mn-cs"/>
        </a:defRPr>
      </a:lvl2pPr>
      <a:lvl3pPr marL="844083" algn="l" defTabSz="844083" rtl="0" eaLnBrk="1" latinLnBrk="1" hangingPunct="1">
        <a:defRPr sz="1662" kern="1200">
          <a:solidFill>
            <a:schemeClr val="tx1"/>
          </a:solidFill>
          <a:latin typeface="+mn-lt"/>
          <a:ea typeface="+mn-ea"/>
          <a:cs typeface="+mn-cs"/>
        </a:defRPr>
      </a:lvl3pPr>
      <a:lvl4pPr marL="1266124" algn="l" defTabSz="844083" rtl="0" eaLnBrk="1" latinLnBrk="1" hangingPunct="1">
        <a:defRPr sz="1662" kern="1200">
          <a:solidFill>
            <a:schemeClr val="tx1"/>
          </a:solidFill>
          <a:latin typeface="+mn-lt"/>
          <a:ea typeface="+mn-ea"/>
          <a:cs typeface="+mn-cs"/>
        </a:defRPr>
      </a:lvl4pPr>
      <a:lvl5pPr marL="1688165" algn="l" defTabSz="844083" rtl="0" eaLnBrk="1" latinLnBrk="1" hangingPunct="1">
        <a:defRPr sz="1662" kern="1200">
          <a:solidFill>
            <a:schemeClr val="tx1"/>
          </a:solidFill>
          <a:latin typeface="+mn-lt"/>
          <a:ea typeface="+mn-ea"/>
          <a:cs typeface="+mn-cs"/>
        </a:defRPr>
      </a:lvl5pPr>
      <a:lvl6pPr marL="2110207" algn="l" defTabSz="844083" rtl="0" eaLnBrk="1" latinLnBrk="1" hangingPunct="1">
        <a:defRPr sz="1662" kern="1200">
          <a:solidFill>
            <a:schemeClr val="tx1"/>
          </a:solidFill>
          <a:latin typeface="+mn-lt"/>
          <a:ea typeface="+mn-ea"/>
          <a:cs typeface="+mn-cs"/>
        </a:defRPr>
      </a:lvl6pPr>
      <a:lvl7pPr marL="2532248" algn="l" defTabSz="844083" rtl="0" eaLnBrk="1" latinLnBrk="1" hangingPunct="1">
        <a:defRPr sz="1662" kern="1200">
          <a:solidFill>
            <a:schemeClr val="tx1"/>
          </a:solidFill>
          <a:latin typeface="+mn-lt"/>
          <a:ea typeface="+mn-ea"/>
          <a:cs typeface="+mn-cs"/>
        </a:defRPr>
      </a:lvl7pPr>
      <a:lvl8pPr marL="2954289" algn="l" defTabSz="844083" rtl="0" eaLnBrk="1" latinLnBrk="1" hangingPunct="1">
        <a:defRPr sz="1662" kern="1200">
          <a:solidFill>
            <a:schemeClr val="tx1"/>
          </a:solidFill>
          <a:latin typeface="+mn-lt"/>
          <a:ea typeface="+mn-ea"/>
          <a:cs typeface="+mn-cs"/>
        </a:defRPr>
      </a:lvl8pPr>
      <a:lvl9pPr marL="3376331" algn="l" defTabSz="844083" rtl="0" eaLnBrk="1" latinLnBrk="1"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275" y="1492909"/>
            <a:ext cx="2735262" cy="307777"/>
          </a:xfrm>
          <a:prstGeom prst="rect">
            <a:avLst/>
          </a:prstGeom>
          <a:noFill/>
        </p:spPr>
        <p:txBody>
          <a:bodyPr>
            <a:spAutoFit/>
          </a:bodyPr>
          <a:lstStyle/>
          <a:p>
            <a:pPr>
              <a:defRPr/>
            </a:pPr>
            <a:r>
              <a:rPr lang="en-US" altLang="en-US" sz="979" b="1" dirty="0">
                <a:latin typeface="맑은 고딕" panose="020B0503020000020004" pitchFamily="50" charset="-127"/>
                <a:ea typeface="맑은 고딕" panose="020B0503020000020004" pitchFamily="50" charset="-127"/>
              </a:rPr>
              <a:t>□ Purpose</a:t>
            </a:r>
          </a:p>
        </p:txBody>
      </p:sp>
      <p:sp>
        <p:nvSpPr>
          <p:cNvPr id="6" name="TextBox 5"/>
          <p:cNvSpPr txBox="1"/>
          <p:nvPr/>
        </p:nvSpPr>
        <p:spPr>
          <a:xfrm>
            <a:off x="64044" y="132654"/>
            <a:ext cx="3919235" cy="369332"/>
          </a:xfrm>
          <a:prstGeom prst="rect">
            <a:avLst/>
          </a:prstGeom>
          <a:noFill/>
        </p:spPr>
        <p:txBody>
          <a:bodyPr wrap="square" rtlCol="0">
            <a:spAutoFit/>
          </a:bodyPr>
          <a:lstStyle/>
          <a:p>
            <a:r>
              <a:rPr lang="en-US" altLang="ko-KR" sz="1260" b="1" dirty="0">
                <a:latin typeface="맑은 고딕" panose="020B0503020000020004" pitchFamily="50" charset="-127"/>
                <a:ea typeface="맑은 고딕" panose="020B0503020000020004" pitchFamily="50" charset="-127"/>
              </a:rPr>
              <a:t>1</a:t>
            </a:r>
            <a:r>
              <a:rPr lang="en-US" altLang="ko-KR" sz="1260" b="1" dirty="0">
                <a:latin typeface="맑은 고딕" panose="020B0503020000020004" pitchFamily="50" charset="-127"/>
                <a:ea typeface="맑은 고딕" panose="020B0503020000020004" pitchFamily="50" charset="-127"/>
              </a:rPr>
              <a:t>. </a:t>
            </a:r>
            <a:r>
              <a:rPr lang="en-US" altLang="ko-KR" sz="1260" b="1" dirty="0">
                <a:latin typeface="맑은 고딕" panose="020B0503020000020004" pitchFamily="50" charset="-127"/>
                <a:ea typeface="맑은 고딕" panose="020B0503020000020004" pitchFamily="50" charset="-127"/>
              </a:rPr>
              <a:t>Overview of the Serious Accident Punishment Act</a:t>
            </a:r>
            <a:endParaRPr lang="ko-KR" altLang="en-US" sz="1800" b="1" dirty="0">
              <a:latin typeface="맑은 고딕" panose="020B0503020000020004" pitchFamily="50" charset="-127"/>
              <a:ea typeface="맑은 고딕" panose="020B0503020000020004" pitchFamily="50" charset="-127"/>
            </a:endParaRPr>
          </a:p>
        </p:txBody>
      </p:sp>
      <p:sp>
        <p:nvSpPr>
          <p:cNvPr id="45" name="TextBox 44"/>
          <p:cNvSpPr txBox="1"/>
          <p:nvPr/>
        </p:nvSpPr>
        <p:spPr>
          <a:xfrm>
            <a:off x="628380" y="1807566"/>
            <a:ext cx="9149155" cy="1020216"/>
          </a:xfrm>
          <a:prstGeom prst="rect">
            <a:avLst/>
          </a:prstGeom>
          <a:noFill/>
        </p:spPr>
        <p:txBody>
          <a:bodyPr wrap="square" rtlCol="0">
            <a:spAutoFit/>
          </a:bodyPr>
          <a:lstStyle/>
          <a:p>
            <a:pPr>
              <a:lnSpc>
                <a:spcPct val="150000"/>
              </a:lnSpc>
            </a:pPr>
            <a:r>
              <a:rPr lang="en-US" altLang="en-US" sz="979" dirty="0">
                <a:latin typeface="맑은 고딕" panose="020B0503020000020004" pitchFamily="50" charset="-127"/>
                <a:ea typeface="맑은 고딕" panose="020B0503020000020004" pitchFamily="50" charset="-127"/>
              </a:rPr>
              <a:t>The purpose of this Act is to </a:t>
            </a:r>
            <a:r>
              <a:rPr lang="en-US" altLang="en-US" sz="979" dirty="0" b="1">
                <a:latin typeface="맑은 고딕" panose="020B0503020000020004" pitchFamily="50" charset="-127"/>
                <a:ea typeface="맑은 고딕" panose="020B0503020000020004" pitchFamily="50" charset="-127"/>
              </a:rPr>
              <a:t>prevent serious accidents</a:t>
            </a:r>
            <a:r>
              <a:rPr lang="en-US" altLang="en-US" sz="979" dirty="0">
                <a:latin typeface="맑은 고딕" panose="020B0503020000020004" pitchFamily="50" charset="-127"/>
                <a:ea typeface="맑은 고딕" panose="020B0503020000020004" pitchFamily="50" charset="-127"/>
              </a:rPr>
              <a:t> and protect the lives and physical safety of citizens and </a:t>
            </a:r>
            <a:r>
              <a:rPr lang="en-US" altLang="en-US" sz="979" dirty="0" b="1">
                <a:latin typeface="맑은 고딕" panose="020B0503020000020004" pitchFamily="50" charset="-127"/>
                <a:ea typeface="맑은 고딕" panose="020B0503020000020004" pitchFamily="50" charset="-127"/>
                <a:highlight>
                  <a:srgbClr val="FFFF00"/>
                </a:highlight>
              </a:rPr>
              <a:t>workers</a:t>
            </a:r>
            <a:r>
              <a:rPr lang="en-US" altLang="en-US" sz="979" dirty="0">
                <a:latin typeface="맑은 고딕" panose="020B0503020000020004" pitchFamily="50" charset="-127"/>
                <a:ea typeface="맑은 고딕" panose="020B0503020000020004" pitchFamily="50" charset="-127"/>
                <a:highlight>
                  <a:srgbClr val="FFFF00"/>
                </a:highlight>
              </a:rPr>
              <a:t> by prescribing the </a:t>
            </a:r>
            <a:r>
              <a:rPr lang="en-US" altLang="en-US" sz="979" dirty="0" b="1" u="sng">
                <a:latin typeface="맑은 고딕" panose="020B0503020000020004" pitchFamily="50" charset="-127"/>
                <a:ea typeface="맑은 고딕" panose="020B0503020000020004" pitchFamily="50" charset="-127"/>
                <a:highlight>
                  <a:srgbClr val="FFFF00"/>
                </a:highlight>
              </a:rPr>
              <a:t>punishment </a:t>
            </a:r>
            <a:r>
              <a:rPr lang="en-US" altLang="en-US" sz="979" dirty="0" u="sng">
                <a:latin typeface="맑은 고딕" panose="020B0503020000020004" pitchFamily="50" charset="-127"/>
                <a:ea typeface="맑은 고딕" panose="020B0503020000020004" pitchFamily="50" charset="-127"/>
                <a:highlight>
                  <a:srgbClr val="FFFF00"/>
                </a:highlight>
              </a:rPr>
              <a:t>etc.</a:t>
            </a:r>
            <a:r>
              <a:rPr lang="en-US" altLang="en-US" sz="979" dirty="0">
                <a:latin typeface="맑은 고딕" panose="020B0503020000020004" pitchFamily="50" charset="-127"/>
                <a:ea typeface="맑은 고딕" panose="020B0503020000020004" pitchFamily="50" charset="-127"/>
                <a:highlight>
                  <a:srgbClr val="FFFF00"/>
                </a:highlight>
              </a:rPr>
              <a:t>, of </a:t>
            </a:r>
            <a:r>
              <a:rPr lang="en-US" altLang="en-US" sz="979" dirty="0" b="1">
                <a:latin typeface="맑은 고딕" panose="020B0503020000020004" pitchFamily="50" charset="-127"/>
                <a:ea typeface="맑은 고딕" panose="020B0503020000020004" pitchFamily="50" charset="-127"/>
                <a:highlight>
                  <a:srgbClr val="FFFF00"/>
                </a:highlight>
              </a:rPr>
              <a:t>business owners</a:t>
            </a:r>
            <a:r>
              <a:rPr lang="en-US" altLang="en-US" sz="979" dirty="0">
                <a:latin typeface="맑은 고딕" panose="020B0503020000020004" pitchFamily="50" charset="-127"/>
                <a:ea typeface="맑은 고딕" panose="020B0503020000020004" pitchFamily="50" charset="-127"/>
                <a:highlight>
                  <a:srgbClr val="FFFF00"/>
                </a:highlight>
              </a:rPr>
              <a:t>, </a:t>
            </a:r>
            <a:r>
              <a:rPr lang="en-US" altLang="en-US" sz="979" dirty="0" b="1">
                <a:latin typeface="맑은 고딕" panose="020B0503020000020004" pitchFamily="50" charset="-127"/>
                <a:ea typeface="맑은 고딕" panose="020B0503020000020004" pitchFamily="50" charset="-127"/>
                <a:highlight>
                  <a:srgbClr val="FFFF00"/>
                </a:highlight>
              </a:rPr>
              <a:t>responsible managing officers</a:t>
            </a:r>
            <a:r>
              <a:rPr lang="en-US" altLang="en-US" sz="979" dirty="0">
                <a:latin typeface="맑은 고딕" panose="020B0503020000020004" pitchFamily="50" charset="-127"/>
                <a:ea typeface="맑은 고딕" panose="020B0503020000020004" pitchFamily="50" charset="-127"/>
                <a:highlight>
                  <a:srgbClr val="FFFF00"/>
                </a:highlight>
              </a:rPr>
              <a:t>, </a:t>
            </a:r>
            <a:r>
              <a:rPr lang="en-US" altLang="en-US" sz="979" dirty="0" b="1">
                <a:latin typeface="맑은 고딕" panose="020B0503020000020004" pitchFamily="50" charset="-127"/>
                <a:ea typeface="맑은 고딕" panose="020B0503020000020004" pitchFamily="50" charset="-127"/>
                <a:solidFill>
                  <a:srgbClr val="0000FF"/>
                </a:solidFill>
                <a:highlight>
                  <a:srgbClr val="FFFF00"/>
                </a:highlight>
              </a:rPr>
              <a:t>public officials, and corporations</a:t>
            </a:r>
            <a:r>
              <a:rPr lang="en-US" altLang="en-US" sz="979" dirty="0">
                <a:latin typeface="맑은 고딕" panose="020B0503020000020004" pitchFamily="50" charset="-127"/>
                <a:ea typeface="맑은 고딕" panose="020B0503020000020004" pitchFamily="50" charset="-127"/>
                <a:highlight>
                  <a:srgbClr val="FFFF00"/>
                </a:highlight>
              </a:rPr>
              <a:t> who </a:t>
            </a:r>
            <a:r>
              <a:rPr lang="en-US" altLang="en-US" sz="979" dirty="0" u="sng">
                <a:latin typeface="맑은 고딕" panose="020B0503020000020004" pitchFamily="50" charset="-127"/>
                <a:ea typeface="맑은 고딕" panose="020B0503020000020004" pitchFamily="50" charset="-127"/>
                <a:highlight>
                  <a:srgbClr val="FFFF00"/>
                </a:highlight>
              </a:rPr>
              <a:t>operate</a:t>
            </a:r>
            <a:r>
              <a:rPr lang="en-US" altLang="en-US" sz="979" dirty="0">
                <a:latin typeface="맑은 고딕" panose="020B0503020000020004" pitchFamily="50" charset="-127"/>
                <a:ea typeface="맑은 고딕" panose="020B0503020000020004" pitchFamily="50" charset="-127"/>
                <a:highlight>
                  <a:srgbClr val="FFFF00"/>
                </a:highlight>
              </a:rPr>
              <a:t> </a:t>
            </a:r>
            <a:r>
              <a:rPr lang="en-US" altLang="en-US" sz="979" dirty="0" u="sng">
                <a:latin typeface="맑은 고딕" panose="020B0503020000020004" pitchFamily="50" charset="-127"/>
                <a:ea typeface="맑은 고딕" panose="020B0503020000020004" pitchFamily="50" charset="-127"/>
                <a:highlight>
                  <a:srgbClr val="FFFF00"/>
                </a:highlight>
              </a:rPr>
              <a:t>businesses or places of business</a:t>
            </a:r>
            <a:r>
              <a:rPr lang="en-US" altLang="en-US" sz="979" dirty="0">
                <a:latin typeface="맑은 고딕" panose="020B0503020000020004" pitchFamily="50" charset="-127"/>
                <a:ea typeface="맑은 고딕" panose="020B0503020000020004" pitchFamily="50" charset="-127"/>
                <a:highlight>
                  <a:srgbClr val="FFFF00"/>
                </a:highlight>
              </a:rPr>
              <a:t>, public-use facilities, and public transportation vehicles, or handle raw materials or products harmful to the human body, in </a:t>
            </a:r>
            <a:r>
              <a:rPr lang="en-US" altLang="en-US" sz="979" dirty="0" u="sng">
                <a:latin typeface="맑은 고딕" panose="020B0503020000020004" pitchFamily="50" charset="-127"/>
                <a:ea typeface="맑은 고딕" panose="020B0503020000020004" pitchFamily="50" charset="-127"/>
                <a:highlight>
                  <a:srgbClr val="FFFF00"/>
                </a:highlight>
              </a:rPr>
              <a:t>violation of their </a:t>
            </a:r>
            <a:r>
              <a:rPr lang="en-US" altLang="en-US" sz="979" dirty="0" b="1" u="sng">
                <a:latin typeface="맑은 고딕" panose="020B0503020000020004" pitchFamily="50" charset="-127"/>
                <a:ea typeface="맑은 고딕" panose="020B0503020000020004" pitchFamily="50" charset="-127"/>
                <a:highlight>
                  <a:srgbClr val="FFFF00"/>
                </a:highlight>
              </a:rPr>
              <a:t>safety and health</a:t>
            </a:r>
            <a:r>
              <a:rPr lang="en-US" altLang="en-US" sz="979" dirty="0" b="1" u="sng">
                <a:latin typeface="맑은 고딕" panose="020B0503020000020004" pitchFamily="50" charset="-127"/>
                <a:ea typeface="맑은 고딕" panose="020B0503020000020004" pitchFamily="50" charset="-127"/>
                <a:highlight>
                  <a:srgbClr val="FFFF00"/>
                </a:highlight>
              </a:rPr>
              <a:t> measure duties</a:t>
            </a:r>
            <a:r>
              <a:rPr lang="en-US" altLang="en-US" sz="979" dirty="0" u="sng">
                <a:latin typeface="맑은 고딕" panose="020B0503020000020004" pitchFamily="50" charset="-127"/>
                <a:ea typeface="맑은 고딕" panose="020B0503020000020004" pitchFamily="50" charset="-127"/>
                <a:highlight>
                  <a:srgbClr val="FFFF00"/>
                </a:highlight>
              </a:rPr>
              <a:t>, causing casualties.</a:t>
            </a:r>
            <a:endParaRPr lang="ko-KR" altLang="en-US" sz="1400" dirty="0">
              <a:latin typeface="맑은 고딕" panose="020B0503020000020004" pitchFamily="50" charset="-127"/>
              <a:ea typeface="맑은 고딕" panose="020B0503020000020004" pitchFamily="50" charset="-127"/>
            </a:endParaRPr>
          </a:p>
        </p:txBody>
      </p:sp>
      <p:sp>
        <p:nvSpPr>
          <p:cNvPr id="58" name="TextBox 57">
            <a:extLst>
              <a:ext uri="{FF2B5EF4-FFF2-40B4-BE49-F238E27FC236}">
                <a16:creationId xmlns:a16="http://schemas.microsoft.com/office/drawing/2014/main" id="{5A2F27FB-74F2-4C78-A8A7-D221E14ADE0A}"/>
              </a:ext>
            </a:extLst>
          </p:cNvPr>
          <p:cNvSpPr txBox="1"/>
          <p:nvPr/>
        </p:nvSpPr>
        <p:spPr>
          <a:xfrm>
            <a:off x="5529064" y="3429000"/>
            <a:ext cx="2735262" cy="307777"/>
          </a:xfrm>
          <a:prstGeom prst="rect">
            <a:avLst/>
          </a:prstGeom>
          <a:noFill/>
        </p:spPr>
        <p:txBody>
          <a:bodyPr>
            <a:spAutoFit/>
          </a:bodyPr>
          <a:lstStyle/>
          <a:p>
            <a:pPr>
              <a:defRPr/>
            </a:pPr>
            <a:r>
              <a:rPr lang="en-US" altLang="en-US" sz="979" b="1" dirty="0">
                <a:latin typeface="맑은 고딕" panose="020B0503020000020004" pitchFamily="50" charset="-127"/>
                <a:ea typeface="맑은 고딕" panose="020B0503020000020004" pitchFamily="50" charset="-127"/>
              </a:rPr>
              <a:t>□ Worker</a:t>
            </a:r>
          </a:p>
        </p:txBody>
      </p:sp>
      <p:sp>
        <p:nvSpPr>
          <p:cNvPr id="63" name="TextBox 62">
            <a:extLst>
              <a:ext uri="{FF2B5EF4-FFF2-40B4-BE49-F238E27FC236}">
                <a16:creationId xmlns:a16="http://schemas.microsoft.com/office/drawing/2014/main" id="{8FC59D16-129E-4B71-B911-7CA354B496EA}"/>
              </a:ext>
            </a:extLst>
          </p:cNvPr>
          <p:cNvSpPr txBox="1"/>
          <p:nvPr/>
        </p:nvSpPr>
        <p:spPr>
          <a:xfrm>
            <a:off x="628380" y="3432880"/>
            <a:ext cx="2735262" cy="307777"/>
          </a:xfrm>
          <a:prstGeom prst="rect">
            <a:avLst/>
          </a:prstGeom>
          <a:noFill/>
        </p:spPr>
        <p:txBody>
          <a:bodyPr>
            <a:spAutoFit/>
          </a:bodyPr>
          <a:lstStyle/>
          <a:p>
            <a:pPr>
              <a:defRPr/>
            </a:pPr>
            <a:r>
              <a:rPr lang="en-US" altLang="en-US" sz="979" b="1" dirty="0">
                <a:latin typeface="맑은 고딕" panose="020B0503020000020004" pitchFamily="50" charset="-127"/>
                <a:ea typeface="맑은 고딕" panose="020B0503020000020004" pitchFamily="50" charset="-127"/>
              </a:rPr>
              <a:t>□ Serious Accident</a:t>
            </a:r>
          </a:p>
        </p:txBody>
      </p:sp>
      <p:sp>
        <p:nvSpPr>
          <p:cNvPr id="19" name="직사각형 18">
            <a:extLst>
              <a:ext uri="{FF2B5EF4-FFF2-40B4-BE49-F238E27FC236}">
                <a16:creationId xmlns:a16="http://schemas.microsoft.com/office/drawing/2014/main" id="{4A7BDC91-9D61-4171-B944-E491217F7F0D}"/>
              </a:ext>
            </a:extLst>
          </p:cNvPr>
          <p:cNvSpPr/>
          <p:nvPr/>
        </p:nvSpPr>
        <p:spPr>
          <a:xfrm>
            <a:off x="5690170" y="3736777"/>
            <a:ext cx="3414170" cy="2312877"/>
          </a:xfrm>
          <a:prstGeom prst="rect">
            <a:avLst/>
          </a:prstGeom>
        </p:spPr>
        <p:txBody>
          <a:bodyPr wrap="square">
            <a:spAutoFit/>
          </a:bodyPr>
          <a:lstStyle/>
          <a:p>
            <a:pPr marL="171450" indent="-171450">
              <a:lnSpc>
                <a:spcPct val="150000"/>
              </a:lnSpc>
              <a:buFont typeface="Wingdings" panose="05000000000000000000" pitchFamily="2" charset="2"/>
              <a:buChar char="§"/>
            </a:pPr>
            <a:r>
              <a:rPr lang="en-US" altLang="en-US" sz="979" b="1" dirty="0">
                <a:effectLst/>
                <a:latin typeface="맑은 고딕" panose="020B0503020000020004" pitchFamily="50" charset="-127"/>
                <a:ea typeface="맑은 고딕" panose="020B0503020000020004" pitchFamily="50" charset="-127"/>
                <a:solidFill>
                  <a:srgbClr val="FF0000"/>
                </a:solidFill>
              </a:rPr>
              <a:t>Directly hired employees</a:t>
            </a:r>
            <a:endParaRPr lang="en-US" altLang="ko-KR" sz="1400" b="1" i="0" dirty="0">
              <a:solidFill>
                <a:srgbClr val="FF0000"/>
              </a:solidFill>
              <a:effectLst/>
              <a:latin typeface="맑은 고딕" panose="020B0503020000020004" pitchFamily="50" charset="-127"/>
              <a:ea typeface="맑은 고딕" panose="020B0503020000020004" pitchFamily="50" charset="-127"/>
            </a:endParaRPr>
          </a:p>
          <a:p>
            <a:pPr marL="171450" indent="-171450">
              <a:lnSpc>
                <a:spcPct val="150000"/>
              </a:lnSpc>
              <a:buFont typeface="Wingdings" panose="05000000000000000000" pitchFamily="2" charset="2"/>
              <a:buChar char="§"/>
            </a:pPr>
            <a:r>
              <a:rPr lang="en-US" altLang="en-US" sz="979" dirty="0" err="1" b="1">
                <a:latin typeface="맑은 고딕" panose="020B0503020000020004" pitchFamily="50" charset="-127"/>
                <a:ea typeface="맑은 고딕" panose="020B0503020000020004" pitchFamily="50" charset="-127"/>
              </a:rPr>
              <a:t>Persons providing labor</a:t>
            </a:r>
            <a:r>
              <a:rPr lang="en-US" altLang="en-US" sz="979" dirty="0" err="1">
                <a:latin typeface="맑은 고딕" panose="020B0503020000020004" pitchFamily="50" charset="-127"/>
                <a:ea typeface="맑은 고딕" panose="020B0503020000020004" pitchFamily="50" charset="-127"/>
              </a:rPr>
              <a:t> for consideration, regardless of the form of </a:t>
            </a:r>
            <a:r>
              <a:rPr lang="en-US" altLang="en-US" sz="979" dirty="0" err="1" b="1">
                <a:latin typeface="맑은 고딕" panose="020B0503020000020004" pitchFamily="50" charset="-127"/>
                <a:ea typeface="맑은 고딕" panose="020B0503020000020004" pitchFamily="50" charset="-127"/>
              </a:rPr>
              <a:t>contract</a:t>
            </a:r>
            <a:r>
              <a:rPr lang="en-US" altLang="en-US" sz="979" dirty="0" err="1">
                <a:latin typeface="맑은 고딕" panose="020B0503020000020004" pitchFamily="50" charset="-127"/>
                <a:ea typeface="맑은 고딕" panose="020B0503020000020004" pitchFamily="50" charset="-127"/>
              </a:rPr>
              <a:t> such as contracting, outsourcing, or entrustment</a:t>
            </a:r>
          </a:p>
          <a:p>
            <a:pPr marL="171450" indent="-171450">
              <a:lnSpc>
                <a:spcPct val="150000"/>
              </a:lnSpc>
              <a:buFont typeface="Wingdings" panose="05000000000000000000" pitchFamily="2" charset="2"/>
              <a:buChar char="§"/>
            </a:pPr>
            <a:r>
              <a:rPr lang="en-US" altLang="en-US" sz="979" dirty="0" b="1">
                <a:latin typeface="맑은 고딕" panose="020B0503020000020004" pitchFamily="50" charset="-127"/>
                <a:ea typeface="맑은 고딕" panose="020B0503020000020004" pitchFamily="50" charset="-127"/>
              </a:rPr>
              <a:t>Contractors</a:t>
            </a:r>
            <a:r>
              <a:rPr lang="en-US" altLang="en-US" sz="979" dirty="0">
                <a:latin typeface="맑은 고딕" panose="020B0503020000020004" pitchFamily="50" charset="-127"/>
                <a:ea typeface="맑은 고딕" panose="020B0503020000020004" pitchFamily="50" charset="-127"/>
              </a:rPr>
              <a:t> and </a:t>
            </a:r>
            <a:r>
              <a:rPr lang="en-US" altLang="en-US" sz="979" dirty="0" b="1">
                <a:latin typeface="맑은 고딕" panose="020B0503020000020004" pitchFamily="50" charset="-127"/>
                <a:ea typeface="맑은 고딕" panose="020B0503020000020004" pitchFamily="50" charset="-127"/>
              </a:rPr>
              <a:t>contractors' employees</a:t>
            </a:r>
            <a:r>
              <a:rPr lang="en-US" altLang="en-US" sz="979" dirty="0">
                <a:latin typeface="맑은 고딕" panose="020B0503020000020004" pitchFamily="50" charset="-127"/>
                <a:ea typeface="맑은 고딕" panose="020B0503020000020004" pitchFamily="50" charset="-127"/>
              </a:rPr>
              <a:t> at each stage, and </a:t>
            </a:r>
            <a:r>
              <a:rPr lang="en-US" altLang="en-US" sz="979" dirty="0" b="1">
                <a:latin typeface="맑은 고딕" panose="020B0503020000020004" pitchFamily="50" charset="-127"/>
                <a:ea typeface="맑은 고딕" panose="020B0503020000020004" pitchFamily="50" charset="-127"/>
              </a:rPr>
              <a:t>persons providing labor</a:t>
            </a:r>
            <a:r>
              <a:rPr lang="en-US" altLang="en-US" sz="979" dirty="0">
                <a:latin typeface="맑은 고딕" panose="020B0503020000020004" pitchFamily="50" charset="-127"/>
                <a:ea typeface="맑은 고딕" panose="020B0503020000020004" pitchFamily="50" charset="-127"/>
              </a:rPr>
              <a:t> to the contractor for consideration</a:t>
            </a:r>
            <a:endParaRPr lang="ko-KR" altLang="en-US" sz="1400" b="1" i="0" dirty="0">
              <a:effectLst/>
              <a:latin typeface="맑은 고딕" panose="020B0503020000020004" pitchFamily="50" charset="-127"/>
              <a:ea typeface="맑은 고딕" panose="020B0503020000020004" pitchFamily="50" charset="-127"/>
            </a:endParaRPr>
          </a:p>
        </p:txBody>
      </p:sp>
      <p:sp>
        <p:nvSpPr>
          <p:cNvPr id="66" name="직사각형 65">
            <a:extLst>
              <a:ext uri="{FF2B5EF4-FFF2-40B4-BE49-F238E27FC236}">
                <a16:creationId xmlns:a16="http://schemas.microsoft.com/office/drawing/2014/main" id="{0DD7EEBD-9E79-4F11-BCD2-7C1EAF222F68}"/>
              </a:ext>
            </a:extLst>
          </p:cNvPr>
          <p:cNvSpPr/>
          <p:nvPr/>
        </p:nvSpPr>
        <p:spPr>
          <a:xfrm>
            <a:off x="730214" y="3740657"/>
            <a:ext cx="3414170" cy="2312877"/>
          </a:xfrm>
          <a:prstGeom prst="rect">
            <a:avLst/>
          </a:prstGeom>
        </p:spPr>
        <p:txBody>
          <a:bodyPr wrap="square">
            <a:spAutoFit/>
          </a:bodyPr>
          <a:lstStyle/>
          <a:p>
            <a:pPr marL="171450" indent="-171450">
              <a:lnSpc>
                <a:spcPct val="150000"/>
              </a:lnSpc>
              <a:buFont typeface="Wingdings" panose="05000000000000000000" pitchFamily="2" charset="2"/>
              <a:buChar char="§"/>
            </a:pPr>
            <a:r>
              <a:rPr lang="en-US" altLang="en-US" sz="979" dirty="0">
                <a:latin typeface="맑은 고딕" panose="020B0503020000020004" pitchFamily="50" charset="-127"/>
                <a:ea typeface="맑은 고딕" panose="020B0503020000020004" pitchFamily="50" charset="-127"/>
                <a:solidFill>
                  <a:srgbClr val="0000FF"/>
                </a:solidFill>
              </a:rPr>
              <a:t>Occurrence of at least </a:t>
            </a:r>
            <a:r>
              <a:rPr lang="en-US" altLang="en-US" sz="979" dirty="0">
                <a:latin typeface="맑은 고딕" panose="020B0503020000020004" pitchFamily="50" charset="-127"/>
                <a:ea typeface="맑은 고딕" panose="020B0503020000020004" pitchFamily="50" charset="-127"/>
                <a:solidFill>
                  <a:srgbClr val="0000FF"/>
                </a:solidFill>
              </a:rPr>
              <a:t>1</a:t>
            </a:r>
            <a:r>
              <a:rPr lang="en-US" altLang="en-US" sz="979" dirty="0">
                <a:latin typeface="맑은 고딕" panose="020B0503020000020004" pitchFamily="50" charset="-127"/>
                <a:ea typeface="맑은 고딕" panose="020B0503020000020004" pitchFamily="50" charset="-127"/>
                <a:solidFill>
                  <a:srgbClr val="0000FF"/>
                </a:solidFill>
              </a:rPr>
              <a:t> death</a:t>
            </a:r>
            <a:br/>
            <a:endParaRPr lang="en-US" altLang="ko-KR" sz="600" dirty="0">
              <a:solidFill>
                <a:srgbClr val="0000FF"/>
              </a:solidFill>
              <a:latin typeface="맑은 고딕" panose="020B0503020000020004" pitchFamily="50" charset="-127"/>
              <a:ea typeface="맑은 고딕" panose="020B0503020000020004" pitchFamily="50" charset="-127"/>
            </a:endParaRPr>
          </a:p>
          <a:p>
            <a:pPr marL="171450" indent="-171450">
              <a:lnSpc>
                <a:spcPct val="150000"/>
              </a:lnSpc>
              <a:buFont typeface="Wingdings" panose="05000000000000000000" pitchFamily="2" charset="2"/>
              <a:buChar char="§"/>
            </a:pPr>
            <a:r>
              <a:rPr lang="en-US" altLang="en-US" sz="979" dirty="0">
                <a:latin typeface="맑은 고딕" panose="020B0503020000020004" pitchFamily="50" charset="-127"/>
                <a:ea typeface="맑은 고딕" panose="020B0503020000020004" pitchFamily="50" charset="-127"/>
                <a:solidFill>
                  <a:srgbClr val="0000FF"/>
                </a:solidFill>
              </a:rPr>
              <a:t>Occurrence of at least </a:t>
            </a:r>
            <a:r>
              <a:rPr lang="en-US" altLang="en-US" sz="979" dirty="0">
                <a:latin typeface="맑은 고딕" panose="020B0503020000020004" pitchFamily="50" charset="-127"/>
                <a:ea typeface="맑은 고딕" panose="020B0503020000020004" pitchFamily="50" charset="-127"/>
                <a:solidFill>
                  <a:srgbClr val="0000FF"/>
                </a:solidFill>
              </a:rPr>
              <a:t>2</a:t>
            </a:r>
            <a:r>
              <a:rPr lang="en-US" altLang="en-US" sz="979" dirty="0">
                <a:latin typeface="맑은 고딕" panose="020B0503020000020004" pitchFamily="50" charset="-127"/>
                <a:ea typeface="맑은 고딕" panose="020B0503020000020004" pitchFamily="50" charset="-127"/>
                <a:solidFill>
                  <a:srgbClr val="0000FF"/>
                </a:solidFill>
              </a:rPr>
              <a:t> injured persons requiring treatment for </a:t>
            </a:r>
            <a:r>
              <a:rPr lang="en-US" altLang="en-US" sz="979" dirty="0">
                <a:latin typeface="맑은 고딕" panose="020B0503020000020004" pitchFamily="50" charset="-127"/>
                <a:ea typeface="맑은 고딕" panose="020B0503020000020004" pitchFamily="50" charset="-127"/>
                <a:solidFill>
                  <a:srgbClr val="0000FF"/>
                </a:solidFill>
              </a:rPr>
              <a:t>6</a:t>
            </a:r>
            <a:r>
              <a:rPr lang="en-US" altLang="en-US" sz="979" dirty="0">
                <a:latin typeface="맑은 고딕" panose="020B0503020000020004" pitchFamily="50" charset="-127"/>
                <a:ea typeface="맑은 고딕" panose="020B0503020000020004" pitchFamily="50" charset="-127"/>
                <a:solidFill>
                  <a:srgbClr val="0000FF"/>
                </a:solidFill>
              </a:rPr>
              <a:t> months or more due to the same accident</a:t>
            </a:r>
            <a:br/>
            <a:endParaRPr lang="en-US" altLang="ko-KR" sz="700" dirty="0">
              <a:solidFill>
                <a:srgbClr val="0000FF"/>
              </a:solidFill>
              <a:latin typeface="맑은 고딕" panose="020B0503020000020004" pitchFamily="50" charset="-127"/>
              <a:ea typeface="맑은 고딕" panose="020B0503020000020004" pitchFamily="50" charset="-127"/>
            </a:endParaRPr>
          </a:p>
          <a:p>
            <a:pPr marL="171450" indent="-171450">
              <a:lnSpc>
                <a:spcPct val="150000"/>
              </a:lnSpc>
              <a:buFont typeface="Wingdings" panose="05000000000000000000" pitchFamily="2" charset="2"/>
              <a:buChar char="§"/>
            </a:pPr>
            <a:r>
              <a:rPr lang="en-US" altLang="en-US" sz="979" dirty="0">
                <a:latin typeface="맑은 고딕" panose="020B0503020000020004" pitchFamily="50" charset="-127"/>
                <a:ea typeface="맑은 고딕" panose="020B0503020000020004" pitchFamily="50" charset="-127"/>
              </a:rPr>
              <a:t>Occurrence of at least three persons with occupational diseases prescribed by Presidential Decree, such as acute poisoning, within one year due to the same hazardous factor</a:t>
            </a:r>
            <a:endParaRPr lang="ko-KR" altLang="en-US" sz="1400" b="0" i="0" dirty="0">
              <a:effectLst/>
              <a:latin typeface="맑은 고딕" panose="020B0503020000020004" pitchFamily="50" charset="-127"/>
              <a:ea typeface="맑은 고딕" panose="020B0503020000020004" pitchFamily="50" charset="-127"/>
            </a:endParaRPr>
          </a:p>
        </p:txBody>
      </p:sp>
      <p:grpSp>
        <p:nvGrpSpPr>
          <p:cNvPr id="21" name="그룹 20">
            <a:extLst>
              <a:ext uri="{FF2B5EF4-FFF2-40B4-BE49-F238E27FC236}">
                <a16:creationId xmlns:a16="http://schemas.microsoft.com/office/drawing/2014/main" id="{6CCB2046-7447-48C4-B7F4-6282C3058A32}"/>
              </a:ext>
            </a:extLst>
          </p:cNvPr>
          <p:cNvGrpSpPr/>
          <p:nvPr/>
        </p:nvGrpSpPr>
        <p:grpSpPr>
          <a:xfrm>
            <a:off x="243679" y="780391"/>
            <a:ext cx="2982154" cy="307777"/>
            <a:chOff x="243679" y="780391"/>
            <a:chExt cx="2982154" cy="307777"/>
          </a:xfrm>
        </p:grpSpPr>
        <p:sp>
          <p:nvSpPr>
            <p:cNvPr id="70" name="TextBox 69">
              <a:extLst>
                <a:ext uri="{FF2B5EF4-FFF2-40B4-BE49-F238E27FC236}">
                  <a16:creationId xmlns:a16="http://schemas.microsoft.com/office/drawing/2014/main" id="{CC8E9042-676F-4995-928C-DADB15EA44BA}"/>
                </a:ext>
              </a:extLst>
            </p:cNvPr>
            <p:cNvSpPr txBox="1"/>
            <p:nvPr/>
          </p:nvSpPr>
          <p:spPr>
            <a:xfrm>
              <a:off x="490571" y="780391"/>
              <a:ext cx="2735262" cy="307777"/>
            </a:xfrm>
            <a:prstGeom prst="rect">
              <a:avLst/>
            </a:prstGeom>
            <a:noFill/>
          </p:spPr>
          <p:txBody>
            <a:bodyPr>
              <a:spAutoFit/>
            </a:bodyPr>
            <a:lstStyle/>
            <a:p>
              <a:pPr>
                <a:defRPr/>
              </a:pPr>
              <a:r>
                <a:rPr lang="en-US" altLang="en-US" sz="979" b="1" dirty="0">
                  <a:latin typeface="맑은 고딕" panose="020B0503020000020004" pitchFamily="50" charset="-127"/>
                  <a:ea typeface="맑은 고딕" panose="020B0503020000020004" pitchFamily="50" charset="-127"/>
                </a:rPr>
                <a:t>Overview of the Act</a:t>
              </a:r>
            </a:p>
          </p:txBody>
        </p:sp>
        <p:sp>
          <p:nvSpPr>
            <p:cNvPr id="71" name="Rectangle 13">
              <a:extLst>
                <a:ext uri="{FF2B5EF4-FFF2-40B4-BE49-F238E27FC236}">
                  <a16:creationId xmlns:a16="http://schemas.microsoft.com/office/drawing/2014/main" id="{7C410EDE-EA0F-4EEE-A533-758C00230822}"/>
                </a:ext>
              </a:extLst>
            </p:cNvPr>
            <p:cNvSpPr>
              <a:spLocks noChangeArrowheads="1"/>
            </p:cNvSpPr>
            <p:nvPr/>
          </p:nvSpPr>
          <p:spPr bwMode="auto">
            <a:xfrm>
              <a:off x="243679" y="800224"/>
              <a:ext cx="246892" cy="234347"/>
            </a:xfrm>
            <a:prstGeom prst="rect">
              <a:avLst/>
            </a:prstGeom>
            <a:solidFill>
              <a:srgbClr val="5A89C1"/>
            </a:solidFill>
            <a:ln w="12700">
              <a:noFill/>
              <a:miter lim="800000"/>
              <a:headEnd/>
              <a:tailEnd/>
            </a:ln>
          </p:spPr>
          <p:txBody>
            <a:bodyPr lIns="72000" tIns="72000" rIns="72000" bIns="72000" anchor="ctr">
              <a:normAutofit/>
            </a:bodyPr>
            <a:lstStyle/>
            <a:p>
              <a:pPr algn="ctr" defTabSz="900113">
                <a:defRPr/>
              </a:pPr>
              <a:r>
                <a:rPr kumimoji="0" lang="en-US" altLang="ko-KR" sz="1400" b="1" dirty="0">
                  <a:ln>
                    <a:solidFill>
                      <a:schemeClr val="bg1">
                        <a:alpha val="0"/>
                      </a:schemeClr>
                    </a:solidFill>
                  </a:ln>
                  <a:solidFill>
                    <a:schemeClr val="bg1"/>
                  </a:solidFill>
                  <a:latin typeface="맑은 고딕" panose="020B0503020000020004" pitchFamily="50" charset="-127"/>
                  <a:ea typeface="맑은 고딕" panose="020B0503020000020004" pitchFamily="50" charset="-127"/>
                </a:rPr>
                <a:t>1</a:t>
              </a:r>
            </a:p>
          </p:txBody>
        </p:sp>
      </p:grpSp>
    </p:spTree>
    <p:extLst>
      <p:ext uri="{BB962C8B-B14F-4D97-AF65-F5344CB8AC3E}">
        <p14:creationId xmlns:p14="http://schemas.microsoft.com/office/powerpoint/2010/main" val="3755336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4044" y="132654"/>
            <a:ext cx="3919235" cy="369332"/>
          </a:xfrm>
          <a:prstGeom prst="rect">
            <a:avLst/>
          </a:prstGeom>
          <a:noFill/>
        </p:spPr>
        <p:txBody>
          <a:bodyPr wrap="square" rtlCol="0">
            <a:spAutoFit/>
          </a:bodyPr>
          <a:lstStyle/>
          <a:p>
            <a:r>
              <a:rPr lang="en-US" altLang="ko-KR" sz="1260" b="1" dirty="0">
                <a:latin typeface="맑은 고딕" panose="020B0503020000020004" pitchFamily="50" charset="-127"/>
                <a:ea typeface="맑은 고딕" panose="020B0503020000020004" pitchFamily="50" charset="-127"/>
              </a:rPr>
              <a:t>2. </a:t>
            </a:r>
            <a:r>
              <a:rPr lang="en-US" altLang="ko-KR" sz="1260" b="1" dirty="0">
                <a:latin typeface="맑은 고딕" panose="020B0503020000020004" pitchFamily="50" charset="-127"/>
                <a:ea typeface="맑은 고딕" panose="020B0503020000020004" pitchFamily="50" charset="-127"/>
              </a:rPr>
              <a:t>Responsible Managing Officer under the Serious Accident Punishment Act</a:t>
            </a:r>
            <a:r>
              <a:rPr lang="en-US" altLang="ko-KR" sz="1260" b="1" dirty="0">
                <a:latin typeface="맑은 고딕" panose="020B0503020000020004" pitchFamily="50" charset="-127"/>
                <a:ea typeface="맑은 고딕" panose="020B0503020000020004" pitchFamily="50" charset="-127"/>
              </a:rPr>
              <a:t> </a:t>
            </a:r>
            <a:endParaRPr lang="ko-KR" altLang="en-US" sz="1800" b="1" dirty="0">
              <a:latin typeface="맑은 고딕" panose="020B0503020000020004" pitchFamily="50" charset="-127"/>
              <a:ea typeface="맑은 고딕" panose="020B0503020000020004" pitchFamily="50" charset="-127"/>
            </a:endParaRPr>
          </a:p>
        </p:txBody>
      </p:sp>
      <p:grpSp>
        <p:nvGrpSpPr>
          <p:cNvPr id="16" name="그룹 15">
            <a:extLst>
              <a:ext uri="{FF2B5EF4-FFF2-40B4-BE49-F238E27FC236}">
                <a16:creationId xmlns:a16="http://schemas.microsoft.com/office/drawing/2014/main" id="{372083F0-7CB8-4BB9-A025-F4C44B54BC4E}"/>
              </a:ext>
            </a:extLst>
          </p:cNvPr>
          <p:cNvGrpSpPr/>
          <p:nvPr/>
        </p:nvGrpSpPr>
        <p:grpSpPr>
          <a:xfrm>
            <a:off x="196439" y="692696"/>
            <a:ext cx="4997352" cy="307777"/>
            <a:chOff x="243679" y="856680"/>
            <a:chExt cx="4997352" cy="307777"/>
          </a:xfrm>
        </p:grpSpPr>
        <p:sp>
          <p:nvSpPr>
            <p:cNvPr id="17" name="TextBox 16">
              <a:extLst>
                <a:ext uri="{FF2B5EF4-FFF2-40B4-BE49-F238E27FC236}">
                  <a16:creationId xmlns:a16="http://schemas.microsoft.com/office/drawing/2014/main" id="{0D56770A-A8E8-413C-9579-D7DE92F294BE}"/>
                </a:ext>
              </a:extLst>
            </p:cNvPr>
            <p:cNvSpPr txBox="1"/>
            <p:nvPr/>
          </p:nvSpPr>
          <p:spPr>
            <a:xfrm>
              <a:off x="490570" y="856680"/>
              <a:ext cx="4750461" cy="307777"/>
            </a:xfrm>
            <a:prstGeom prst="rect">
              <a:avLst/>
            </a:prstGeom>
            <a:noFill/>
          </p:spPr>
          <p:txBody>
            <a:bodyPr wrap="square">
              <a:spAutoFit/>
            </a:bodyPr>
            <a:lstStyle/>
            <a:p>
              <a:pPr>
                <a:defRPr/>
              </a:pPr>
              <a:r>
                <a:rPr lang="en-US" altLang="en-US" sz="979" b="1" dirty="0">
                  <a:latin typeface="맑은 고딕" panose="020B0503020000020004" pitchFamily="50" charset="-127"/>
                  <a:ea typeface="맑은 고딕" panose="020B0503020000020004" pitchFamily="50" charset="-127"/>
                </a:rPr>
                <a:t>Case Study on Determining Responsible Managing Officer (Aricell Fire Accident)</a:t>
              </a:r>
              <a:endParaRPr lang="ko-KR" altLang="en-US" sz="1400" b="1">
                <a:latin typeface="맑은 고딕" panose="020B0503020000020004" pitchFamily="50" charset="-127"/>
                <a:ea typeface="맑은 고딕" panose="020B0503020000020004" pitchFamily="50" charset="-127"/>
              </a:endParaRPr>
            </a:p>
          </p:txBody>
        </p:sp>
        <p:sp>
          <p:nvSpPr>
            <p:cNvPr id="18" name="Rectangle 13">
              <a:extLst>
                <a:ext uri="{FF2B5EF4-FFF2-40B4-BE49-F238E27FC236}">
                  <a16:creationId xmlns:a16="http://schemas.microsoft.com/office/drawing/2014/main" id="{18B56F61-82DA-4E06-BB52-A28C72DA31A4}"/>
                </a:ext>
              </a:extLst>
            </p:cNvPr>
            <p:cNvSpPr>
              <a:spLocks noChangeArrowheads="1"/>
            </p:cNvSpPr>
            <p:nvPr/>
          </p:nvSpPr>
          <p:spPr bwMode="auto">
            <a:xfrm>
              <a:off x="243679" y="876513"/>
              <a:ext cx="246892" cy="234347"/>
            </a:xfrm>
            <a:prstGeom prst="rect">
              <a:avLst/>
            </a:prstGeom>
            <a:solidFill>
              <a:srgbClr val="5A89C1"/>
            </a:solidFill>
            <a:ln w="12700">
              <a:noFill/>
              <a:miter lim="800000"/>
              <a:headEnd/>
              <a:tailEnd/>
            </a:ln>
          </p:spPr>
          <p:txBody>
            <a:bodyPr lIns="72000" tIns="72000" rIns="72000" bIns="72000" anchor="ctr">
              <a:normAutofit/>
            </a:bodyPr>
            <a:lstStyle/>
            <a:p>
              <a:pPr algn="ctr" defTabSz="900113">
                <a:defRPr/>
              </a:pPr>
              <a:r>
                <a:rPr kumimoji="0" lang="en-US" altLang="ko-KR" sz="1400" b="1" dirty="0">
                  <a:ln>
                    <a:solidFill>
                      <a:schemeClr val="bg1">
                        <a:alpha val="0"/>
                      </a:schemeClr>
                    </a:solidFill>
                  </a:ln>
                  <a:solidFill>
                    <a:schemeClr val="bg1"/>
                  </a:solidFill>
                  <a:latin typeface="맑은 고딕" panose="020B0503020000020004" pitchFamily="50" charset="-127"/>
                  <a:ea typeface="맑은 고딕" panose="020B0503020000020004" pitchFamily="50" charset="-127"/>
                </a:rPr>
                <a:t>2</a:t>
              </a:r>
            </a:p>
          </p:txBody>
        </p:sp>
      </p:grpSp>
      <p:sp>
        <p:nvSpPr>
          <p:cNvPr id="5" name="직사각형 4">
            <a:extLst>
              <a:ext uri="{FF2B5EF4-FFF2-40B4-BE49-F238E27FC236}">
                <a16:creationId xmlns:a16="http://schemas.microsoft.com/office/drawing/2014/main" id="{B93AB8C6-0459-4E76-B43F-5AEE576D15F5}"/>
              </a:ext>
            </a:extLst>
          </p:cNvPr>
          <p:cNvSpPr/>
          <p:nvPr/>
        </p:nvSpPr>
        <p:spPr>
          <a:xfrm>
            <a:off x="776536" y="2595988"/>
            <a:ext cx="8784976" cy="3859518"/>
          </a:xfrm>
          <a:prstGeom prst="rect">
            <a:avLst/>
          </a:prstGeom>
          <a:ln>
            <a:solidFill>
              <a:schemeClr val="tx1"/>
            </a:solidFill>
          </a:ln>
        </p:spPr>
        <p:txBody>
          <a:bodyPr wrap="square">
            <a:spAutoFit/>
          </a:bodyPr>
          <a:lstStyle/>
          <a:p>
            <a:pPr>
              <a:lnSpc>
                <a:spcPct val="120000"/>
              </a:lnSpc>
            </a:pPr>
            <a:r>
              <a:rPr lang="en-US" altLang="ko-KR" sz="840" b="1" dirty="0">
                <a:latin typeface="맑은 고딕" panose="020B0503020000020004" pitchFamily="50" charset="-127"/>
                <a:ea typeface="맑은 고딕" panose="020B0503020000020004" pitchFamily="50" charset="-127"/>
              </a:rPr>
              <a:t>[Suwon District Court 2024-Gohap-833 Ruling] </a:t>
            </a:r>
            <a:br/>
            <a:endParaRPr lang="en-US" altLang="ko-KR" sz="1200" b="1">
              <a:latin typeface="맑은 고딕" panose="020B0503020000020004" pitchFamily="50" charset="-127"/>
              <a:ea typeface="맑은 고딕" panose="020B0503020000020004" pitchFamily="50" charset="-127"/>
            </a:endParaRPr>
          </a:p>
          <a:p>
            <a:pPr>
              <a:lnSpc>
                <a:spcPct val="120000"/>
              </a:lnSpc>
            </a:pPr>
            <a:r>
              <a:rPr lang="en-US" altLang="en-US" sz="840" dirty="0">
                <a:latin typeface="맑은 고딕" panose="020B0503020000020004" pitchFamily="50" charset="-127"/>
                <a:ea typeface="맑은 고딕" panose="020B0503020000020004" pitchFamily="50" charset="-127"/>
              </a:rPr>
              <a:t> </a:t>
            </a:r>
            <a:r>
              <a:rPr lang="en-US" altLang="en-US" sz="840" b="1" dirty="0">
                <a:latin typeface="맑은 고딕" panose="020B0503020000020004" pitchFamily="50" charset="-127"/>
                <a:ea typeface="맑은 고딕" panose="020B0503020000020004" pitchFamily="50" charset="-127"/>
                <a:solidFill>
                  <a:srgbClr val="0000FF"/>
                </a:solidFill>
              </a:rPr>
              <a:t>Before the enactment of the Serious Accident Punishment Act</a:t>
            </a:r>
            <a:r>
              <a:rPr lang="en-US" altLang="en-US" sz="840" dirty="0">
                <a:latin typeface="맑은 고딕" panose="020B0503020000020004" pitchFamily="50" charset="-127"/>
                <a:ea typeface="맑은 고딕" panose="020B0503020000020004" pitchFamily="50" charset="-127"/>
              </a:rPr>
              <a:t>, representative directors of corporations did not fall under the category of business owners who are subjects of duties under the Occupational Safety and Health Act, and while there was room to be considered as a perpetrator in some cases through the reverse application of joint penalty provisions, when an accident actually occurred at a plant, the punishment was focused on </a:t>
            </a:r>
            <a:r>
              <a:rPr lang="en-US" altLang="en-US" sz="840" u="sng" dirty="0">
                <a:latin typeface="맑은 고딕" panose="020B0503020000020004" pitchFamily="50" charset="-127"/>
                <a:ea typeface="맑은 고딕" panose="020B0503020000020004" pitchFamily="50" charset="-127"/>
              </a:rPr>
              <a:t>site managers or plant managers rather than the representative director, and the </a:t>
            </a:r>
            <a:r>
              <a:rPr lang="en-US" altLang="en-US" sz="840" b="1" u="sng" dirty="0">
                <a:latin typeface="맑은 고딕" panose="020B0503020000020004" pitchFamily="50" charset="-127"/>
                <a:ea typeface="맑은 고딕" panose="020B0503020000020004" pitchFamily="50" charset="-127"/>
                <a:solidFill>
                  <a:srgbClr val="0000FF"/>
                </a:solidFill>
              </a:rPr>
              <a:t>plant-level</a:t>
            </a:r>
            <a:r>
              <a:rPr lang="en-US" altLang="en-US" sz="840" u="sng" dirty="0">
                <a:latin typeface="맑은 고딕" panose="020B0503020000020004" pitchFamily="50" charset="-127"/>
                <a:ea typeface="맑은 고딕" panose="020B0503020000020004" pitchFamily="50" charset="-127"/>
                <a:solidFill>
                  <a:srgbClr val="0000FF"/>
                </a:solidFill>
              </a:rPr>
              <a:t> safety and health management</a:t>
            </a:r>
            <a:r>
              <a:rPr lang="en-US" altLang="en-US" sz="840" b="1" u="sng" dirty="0">
                <a:latin typeface="맑은 고딕" panose="020B0503020000020004" pitchFamily="50" charset="-127"/>
                <a:ea typeface="맑은 고딕" panose="020B0503020000020004" pitchFamily="50" charset="-127"/>
                <a:solidFill>
                  <a:srgbClr val="0000FF"/>
                </a:solidFill>
              </a:rPr>
              <a:t> officers were primarily punished</a:t>
            </a:r>
            <a:r>
              <a:rPr lang="en-US" altLang="en-US" sz="840" dirty="0">
                <a:latin typeface="맑은 고딕" panose="020B0503020000020004" pitchFamily="50" charset="-127"/>
                <a:ea typeface="맑은 고딕" panose="020B0503020000020004" pitchFamily="50" charset="-127"/>
              </a:rPr>
              <a:t> for reasons such as the representative director having no specific or direct duties or no awareness of </a:t>
            </a:r>
            <a:r>
              <a:rPr lang="en-US" altLang="en-US" sz="840" b="1" u="sng" dirty="0">
                <a:latin typeface="맑은 고딕" panose="020B0503020000020004" pitchFamily="50" charset="-127"/>
                <a:ea typeface="맑은 고딕" panose="020B0503020000020004" pitchFamily="50" charset="-127"/>
              </a:rPr>
              <a:t>non-performance of safety and health measure duties</a:t>
            </a:r>
            <a:r>
              <a:rPr lang="en-US" altLang="en-US" sz="840" u="sng" dirty="0">
                <a:latin typeface="맑은 고딕" panose="020B0503020000020004" pitchFamily="50" charset="-127"/>
                <a:ea typeface="맑은 고딕" panose="020B0503020000020004" pitchFamily="50" charset="-127"/>
              </a:rPr>
              <a:t> under the </a:t>
            </a:r>
            <a:r>
              <a:rPr lang="en-US" altLang="en-US" sz="840" b="1" u="sng" dirty="0">
                <a:latin typeface="맑은 고딕" panose="020B0503020000020004" pitchFamily="50" charset="-127"/>
                <a:ea typeface="맑은 고딕" panose="020B0503020000020004" pitchFamily="50" charset="-127"/>
              </a:rPr>
              <a:t>Occupational Safety and Health Act</a:t>
            </a:r>
            <a:r>
              <a:rPr lang="en-US" altLang="en-US" sz="840" dirty="0">
                <a:latin typeface="맑은 고딕" panose="020B0503020000020004" pitchFamily="50" charset="-127"/>
                <a:ea typeface="맑은 고딕" panose="020B0503020000020004" pitchFamily="50" charset="-127"/>
              </a:rPr>
              <a:t>.</a:t>
            </a:r>
          </a:p>
          <a:p>
            <a:pPr>
              <a:lnSpc>
                <a:spcPct val="120000"/>
              </a:lnSpc>
            </a:pPr>
            <a:endParaRPr lang="en-US" altLang="ko-KR" sz="1200">
              <a:latin typeface="맑은 고딕" panose="020B0503020000020004" pitchFamily="50" charset="-127"/>
              <a:ea typeface="맑은 고딕" panose="020B0503020000020004" pitchFamily="50" charset="-127"/>
            </a:endParaRPr>
          </a:p>
          <a:p>
            <a:r>
              <a:rPr lang="en-US" altLang="en-US" sz="840" dirty="0">
                <a:latin typeface="맑은 고딕" panose="020B0503020000020004" pitchFamily="50" charset="-127"/>
                <a:ea typeface="맑은 고딕" panose="020B0503020000020004" pitchFamily="50" charset="-127"/>
              </a:rPr>
              <a:t>  Accordingly, the </a:t>
            </a:r>
            <a:r>
              <a:rPr lang="en-US" altLang="en-US" sz="840" b="1" u="sng" dirty="0">
                <a:latin typeface="맑은 고딕" panose="020B0503020000020004" pitchFamily="50" charset="-127"/>
                <a:ea typeface="맑은 고딕" panose="020B0503020000020004" pitchFamily="50" charset="-127"/>
                <a:solidFill>
                  <a:srgbClr val="0000FF"/>
                </a:solidFill>
              </a:rPr>
              <a:t>Serious Accident Punishment Act</a:t>
            </a:r>
            <a:r>
              <a:rPr lang="en-US" altLang="en-US" sz="840" b="1" u="sng" dirty="0">
                <a:latin typeface="맑은 고딕" panose="020B0503020000020004" pitchFamily="50" charset="-127"/>
                <a:ea typeface="맑은 고딕" panose="020B0503020000020004" pitchFamily="50" charset="-127"/>
              </a:rPr>
              <a:t> clearly</a:t>
            </a:r>
            <a:r>
              <a:rPr lang="en-US" altLang="en-US" sz="840" u="sng" dirty="0">
                <a:latin typeface="맑은 고딕" panose="020B0503020000020004" pitchFamily="50" charset="-127"/>
                <a:ea typeface="맑은 고딕" panose="020B0503020000020004" pitchFamily="50" charset="-127"/>
              </a:rPr>
              <a:t> stipulates that responsible managing officers, etc., bear the duty to secure safety and health, so that </a:t>
            </a:r>
            <a:r>
              <a:rPr lang="en-US" altLang="en-US" sz="840" b="1" u="sng" dirty="0">
                <a:latin typeface="맑은 고딕" panose="020B0503020000020004" pitchFamily="50" charset="-127"/>
                <a:ea typeface="맑은 고딕" panose="020B0503020000020004" pitchFamily="50" charset="-127"/>
                <a:solidFill>
                  <a:srgbClr val="0000FF"/>
                </a:solidFill>
              </a:rPr>
              <a:t>representative directors of corporations</a:t>
            </a:r>
            <a:r>
              <a:rPr lang="en-US" altLang="en-US" sz="840" u="sng" dirty="0">
                <a:latin typeface="맑은 고딕" panose="020B0503020000020004" pitchFamily="50" charset="-127"/>
                <a:ea typeface="맑은 고딕" panose="020B0503020000020004" pitchFamily="50" charset="-127"/>
              </a:rPr>
              <a:t> can also be subjects of the crime of violating the Serious Accident Punishment Act</a:t>
            </a:r>
            <a:r>
              <a:rPr lang="en-US" altLang="en-US" sz="840" dirty="0">
                <a:latin typeface="맑은 고딕" panose="020B0503020000020004" pitchFamily="50" charset="-127"/>
                <a:ea typeface="맑은 고딕" panose="020B0503020000020004" pitchFamily="50" charset="-127"/>
              </a:rPr>
              <a:t>. Therefore, in principle, a representative director should be regarded as having the status of a responsible managing officer, etc., as the person in general charge of the business bearing the positive duty under the Serious Accident Punishment Act, and even if a certain amount of management authority is given to a third party other than the representative director according to the substance of the business operation, </a:t>
            </a:r>
            <a:r>
              <a:rPr lang="en-US" altLang="en-US" sz="840" u="sng" dirty="0">
                <a:latin typeface="맑은 고딕" panose="020B0503020000020004" pitchFamily="50" charset="-127"/>
                <a:ea typeface="맑은 고딕" panose="020B0503020000020004" pitchFamily="50" charset="-127"/>
              </a:rPr>
              <a:t>there is a </a:t>
            </a:r>
            <a:r>
              <a:rPr lang="en-US" altLang="en-US" sz="840" b="1" u="sng" dirty="0">
                <a:latin typeface="맑은 고딕" panose="020B0503020000020004" pitchFamily="50" charset="-127"/>
                <a:ea typeface="맑은 고딕" panose="020B0503020000020004" pitchFamily="50" charset="-127"/>
                <a:solidFill>
                  <a:srgbClr val="0000FF"/>
                </a:solidFill>
              </a:rPr>
              <a:t>need for caution</a:t>
            </a:r>
            <a:r>
              <a:rPr lang="en-US" altLang="en-US" sz="840" u="sng" dirty="0">
                <a:latin typeface="맑은 고딕" panose="020B0503020000020004" pitchFamily="50" charset="-127"/>
                <a:ea typeface="맑은 고딕" panose="020B0503020000020004" pitchFamily="50" charset="-127"/>
              </a:rPr>
              <a:t> in light of the legislative intent when </a:t>
            </a:r>
            <a:r>
              <a:rPr lang="en-US" altLang="en-US" sz="840" b="1" u="sng" dirty="0">
                <a:latin typeface="맑은 고딕" panose="020B0503020000020004" pitchFamily="50" charset="-127"/>
                <a:ea typeface="맑은 고딕" panose="020B0503020000020004" pitchFamily="50" charset="-127"/>
                <a:solidFill>
                  <a:srgbClr val="0000FF"/>
                </a:solidFill>
              </a:rPr>
              <a:t>recognizing a </a:t>
            </a:r>
            <a:r>
              <a:rPr lang="en-US" altLang="en-US" sz="840" b="1" u="sng" dirty="0">
                <a:latin typeface="맑은 고딕" panose="020B0503020000020004" pitchFamily="50" charset="-127"/>
                <a:ea typeface="맑은 고딕" panose="020B0503020000020004" pitchFamily="50" charset="-127"/>
                <a:solidFill>
                  <a:srgbClr val="0000FF"/>
                </a:solidFill>
              </a:rPr>
              <a:t>third</a:t>
            </a:r>
            <a:r>
              <a:rPr lang="en-US" altLang="en-US" sz="840" b="1" u="sng" dirty="0">
                <a:latin typeface="맑은 고딕" panose="020B0503020000020004" pitchFamily="50" charset="-127"/>
                <a:ea typeface="맑은 고딕" panose="020B0503020000020004" pitchFamily="50" charset="-127"/>
                <a:solidFill>
                  <a:srgbClr val="0000FF"/>
                </a:solidFill>
              </a:rPr>
              <a:t> party as a responsible managing officer, etc.</a:t>
            </a:r>
          </a:p>
          <a:p>
            <a:endParaRPr lang="en-US" altLang="ko-KR" sz="1200">
              <a:latin typeface="맑은 고딕" panose="020B0503020000020004" pitchFamily="50" charset="-127"/>
              <a:ea typeface="맑은 고딕" panose="020B0503020000020004" pitchFamily="50" charset="-127"/>
            </a:endParaRPr>
          </a:p>
          <a:p>
            <a:r>
              <a:rPr lang="en-US" altLang="en-US" sz="840" dirty="0">
                <a:latin typeface="맑은 고딕" panose="020B0503020000020004" pitchFamily="50" charset="-127"/>
                <a:ea typeface="맑은 고딕" panose="020B0503020000020004" pitchFamily="50" charset="-127"/>
              </a:rPr>
              <a:t>  Otherwise, a representative director could create an appearance or form through a third party to easily avoid the duty to act that they must bear under the Serious Accident Punishment Act, which would result in the representative director abandoning the duty to secure the safety and health of workers that they must realize themselves. Therefore, it is appropriate to view a third party other than the representative director as the responsible managing officer, etc., as the person in general charge of the business </a:t>
            </a:r>
            <a:r>
              <a:rPr lang="en-US" altLang="en-US" sz="840" u="sng" dirty="0">
                <a:latin typeface="맑은 고딕" panose="020B0503020000020004" pitchFamily="50" charset="-127"/>
                <a:ea typeface="맑은 고딕" panose="020B0503020000020004" pitchFamily="50" charset="-127"/>
              </a:rPr>
              <a:t>only when there are </a:t>
            </a:r>
            <a:r>
              <a:rPr lang="en-US" altLang="en-US" sz="840" b="1" u="sng" dirty="0">
                <a:latin typeface="맑은 고딕" panose="020B0503020000020004" pitchFamily="50" charset="-127"/>
                <a:ea typeface="맑은 고딕" panose="020B0503020000020004" pitchFamily="50" charset="-127"/>
                <a:solidFill>
                  <a:srgbClr val="0000FF"/>
                </a:solidFill>
              </a:rPr>
              <a:t>special circumstances</a:t>
            </a:r>
            <a:r>
              <a:rPr lang="en-US" altLang="en-US" sz="840" u="sng" dirty="0">
                <a:latin typeface="맑은 고딕" panose="020B0503020000020004" pitchFamily="50" charset="-127"/>
                <a:ea typeface="맑은 고딕" panose="020B0503020000020004" pitchFamily="50" charset="-127"/>
              </a:rPr>
              <a:t>, such as cases where the representative director exists only in name and does not actually exercise any management authority and is not in a position to practically exercise authority, making it unreasonable to impose the duty to act under the Serious Accident Punishment Act on such a </a:t>
            </a:r>
            <a:r>
              <a:rPr lang="en-US" altLang="en-US" sz="840" u="sng" dirty="0">
                <a:latin typeface="맑은 고딕" panose="020B0503020000020004" pitchFamily="50" charset="-127"/>
                <a:ea typeface="맑은 고딕" panose="020B0503020000020004" pitchFamily="50" charset="-127"/>
                <a:solidFill>
                  <a:srgbClr val="0000FF"/>
                </a:solidFill>
              </a:rPr>
              <a:t>nominal representative director</a:t>
            </a:r>
            <a:r>
              <a:rPr lang="en-US" altLang="en-US" sz="840" dirty="0">
                <a:latin typeface="맑은 고딕" panose="020B0503020000020004" pitchFamily="50" charset="-127"/>
                <a:ea typeface="맑은 고딕" panose="020B0503020000020004" pitchFamily="50" charset="-127"/>
              </a:rPr>
              <a:t>.</a:t>
            </a:r>
            <a:endParaRPr lang="ko-KR" altLang="en-US" sz="1400" u="sng">
              <a:latin typeface="맑은 고딕" panose="020B0503020000020004" pitchFamily="50" charset="-127"/>
              <a:ea typeface="맑은 고딕" panose="020B0503020000020004" pitchFamily="50" charset="-127"/>
            </a:endParaRPr>
          </a:p>
        </p:txBody>
      </p:sp>
      <p:sp>
        <p:nvSpPr>
          <p:cNvPr id="7" name="직사각형 6">
            <a:extLst>
              <a:ext uri="{FF2B5EF4-FFF2-40B4-BE49-F238E27FC236}">
                <a16:creationId xmlns:a16="http://schemas.microsoft.com/office/drawing/2014/main" id="{FC20067F-FC63-4902-A16A-FFF2F10E6BC7}"/>
              </a:ext>
            </a:extLst>
          </p:cNvPr>
          <p:cNvSpPr/>
          <p:nvPr/>
        </p:nvSpPr>
        <p:spPr>
          <a:xfrm>
            <a:off x="432306" y="1157419"/>
            <a:ext cx="9586520" cy="1204882"/>
          </a:xfrm>
          <a:prstGeom prst="rect">
            <a:avLst/>
          </a:prstGeom>
        </p:spPr>
        <p:txBody>
          <a:bodyPr wrap="square">
            <a:spAutoFit/>
          </a:bodyPr>
          <a:lstStyle/>
          <a:p>
            <a:pPr marL="180000" indent="-180000">
              <a:lnSpc>
                <a:spcPct val="150000"/>
              </a:lnSpc>
              <a:buFont typeface="Wingdings" panose="05000000000000000000" pitchFamily="2" charset="2"/>
              <a:buChar char="§"/>
            </a:pPr>
            <a:r>
              <a:rPr lang="en-US" altLang="ko-KR" sz="979" spc="0" dirty="0">
                <a:latin typeface="맑은 고딕" panose="020B0503020000020004" pitchFamily="50" charset="-127"/>
                <a:ea typeface="맑은 고딕" panose="020B0503020000020004" pitchFamily="50" charset="-127"/>
              </a:rPr>
              <a:t>23 fatalities in the 2024 Aricell Plant fire accident. The </a:t>
            </a:r>
            <a:r>
              <a:rPr lang="en-US" altLang="ko-KR" sz="979" spc="0" b="1" dirty="0">
                <a:latin typeface="맑은 고딕" panose="020B0503020000020004" pitchFamily="50" charset="-127"/>
                <a:ea typeface="맑은 고딕" panose="020B0503020000020004" pitchFamily="50" charset="-127"/>
              </a:rPr>
              <a:t>CEO</a:t>
            </a:r>
            <a:r>
              <a:rPr lang="en-US" altLang="ko-KR" sz="979" spc="0" dirty="0">
                <a:latin typeface="맑은 고딕" panose="020B0503020000020004" pitchFamily="50" charset="-127"/>
                <a:ea typeface="맑은 고딕" panose="020B0503020000020004" pitchFamily="50" charset="-127"/>
              </a:rPr>
              <a:t> claimed his son (Head of Division) held actual authority and </a:t>
            </a:r>
            <a:r>
              <a:rPr lang="en-US" altLang="ko-KR" sz="979" spc="0" b="1" dirty="0">
                <a:latin typeface="맑은 고딕" panose="020B0503020000020004" pitchFamily="50" charset="-127"/>
                <a:ea typeface="맑은 고딕" panose="020B0503020000020004" pitchFamily="50" charset="-127"/>
              </a:rPr>
              <a:t>argued he was not the responsible managing officer</a:t>
            </a:r>
            <a:r>
              <a:rPr lang="en-US" altLang="ko-KR" sz="979" spc="0" dirty="0">
                <a:latin typeface="맑은 고딕" panose="020B0503020000020004" pitchFamily="50" charset="-127"/>
                <a:ea typeface="맑은 고딕" panose="020B0503020000020004" pitchFamily="50" charset="-127"/>
              </a:rPr>
              <a:t>.</a:t>
            </a:r>
            <a:br/>
            <a:br/>
            <a:endParaRPr lang="en-US" altLang="ko-KR" sz="300" spc="-150">
              <a:latin typeface="맑은 고딕" panose="020B0503020000020004" pitchFamily="50" charset="-127"/>
              <a:ea typeface="맑은 고딕" panose="020B0503020000020004" pitchFamily="50" charset="-127"/>
            </a:endParaRPr>
          </a:p>
          <a:p>
            <a:pPr marL="180000" indent="-180000">
              <a:lnSpc>
                <a:spcPct val="150000"/>
              </a:lnSpc>
              <a:buFont typeface="Wingdings" panose="05000000000000000000" pitchFamily="2" charset="2"/>
              <a:buChar char="§"/>
            </a:pPr>
            <a:r>
              <a:rPr lang="en-US" altLang="en-US" sz="979" spc="0" dirty="0">
                <a:latin typeface="맑은 고딕" panose="020B0503020000020004" pitchFamily="50" charset="-127"/>
                <a:ea typeface="맑은 고딕" panose="020B0503020000020004" pitchFamily="50" charset="-127"/>
              </a:rPr>
              <a:t>However, the court recognized the CEO as the responsible managing officer based on the following: </a:t>
            </a:r>
            <a:br/>
            <a:r>
              <a:rPr lang="en-US" altLang="en-US" sz="979" spc="0" dirty="0">
                <a:latin typeface="맑은 고딕" panose="020B0503020000020004" pitchFamily="50" charset="-127"/>
                <a:ea typeface="맑은 고딕" panose="020B0503020000020004" pitchFamily="50" charset="-127"/>
              </a:rPr>
              <a:t>① Recognition of status as CEO, ② Receipt of detailed reports on overall management, ③ Exercise of supervisory authority over the Head of Division when necessary, ③ Possession of final decision-making power and authority in all areas, etc.</a:t>
            </a:r>
            <a:endParaRPr lang="en-US" altLang="ko-KR" sz="1200" spc="-150">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403467755"/>
      </p:ext>
    </p:extLst>
  </p:cSld>
  <p:clrMapOvr>
    <a:masterClrMapping/>
  </p:clrMapOvr>
</p:sld>
</file>

<file path=ppt/theme/theme1.xml><?xml version="1.0" encoding="utf-8"?>
<a:theme xmlns:a="http://schemas.openxmlformats.org/drawingml/2006/main" name="8_realpt-052">
  <a:themeElements>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realpt-052">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bg1">
              <a:lumMod val="7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real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real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real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real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real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real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7_01061005">
  <a:themeElements>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fontScheme name="3_01061005">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01061005 1">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01061005 3">
        <a:dk1>
          <a:srgbClr val="000000"/>
        </a:dk1>
        <a:lt1>
          <a:srgbClr val="FFFFFF"/>
        </a:lt1>
        <a:dk2>
          <a:srgbClr val="000000"/>
        </a:dk2>
        <a:lt2>
          <a:srgbClr val="808080"/>
        </a:lt2>
        <a:accent1>
          <a:srgbClr val="660066"/>
        </a:accent1>
        <a:accent2>
          <a:srgbClr val="FF5050"/>
        </a:accent2>
        <a:accent3>
          <a:srgbClr val="FFFFFF"/>
        </a:accent3>
        <a:accent4>
          <a:srgbClr val="000000"/>
        </a:accent4>
        <a:accent5>
          <a:srgbClr val="B8AAB8"/>
        </a:accent5>
        <a:accent6>
          <a:srgbClr val="E74848"/>
        </a:accent6>
        <a:hlink>
          <a:srgbClr val="FF9999"/>
        </a:hlink>
        <a:folHlink>
          <a:srgbClr val="B2B2B2"/>
        </a:folHlink>
      </a:clrScheme>
      <a:clrMap bg1="lt1" tx1="dk1" bg2="lt2" tx2="dk2" accent1="accent1" accent2="accent2" accent3="accent3" accent4="accent4" accent5="accent5" accent6="accent6" hlink="hlink" folHlink="folHlink"/>
    </a:extraClrScheme>
    <a:extraClrScheme>
      <a:clrScheme name="3_01061005 4">
        <a:dk1>
          <a:srgbClr val="000000"/>
        </a:dk1>
        <a:lt1>
          <a:srgbClr val="FFFFFF"/>
        </a:lt1>
        <a:dk2>
          <a:srgbClr val="000000"/>
        </a:dk2>
        <a:lt2>
          <a:srgbClr val="808080"/>
        </a:lt2>
        <a:accent1>
          <a:srgbClr val="006600"/>
        </a:accent1>
        <a:accent2>
          <a:srgbClr val="808000"/>
        </a:accent2>
        <a:accent3>
          <a:srgbClr val="FFFFFF"/>
        </a:accent3>
        <a:accent4>
          <a:srgbClr val="000000"/>
        </a:accent4>
        <a:accent5>
          <a:srgbClr val="AAB8AA"/>
        </a:accent5>
        <a:accent6>
          <a:srgbClr val="737300"/>
        </a:accent6>
        <a:hlink>
          <a:srgbClr val="CC990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9_realpt-052">
  <a:themeElements>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realpt-052">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bg1">
              <a:lumMod val="7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real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real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real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real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real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real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0_realpt-052">
  <a:themeElements>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realpt-052">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bg1">
              <a:lumMod val="7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real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real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real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real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real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real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8_01061005">
  <a:themeElements>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fontScheme name="3_01061005">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01061005 1">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01061005 3">
        <a:dk1>
          <a:srgbClr val="000000"/>
        </a:dk1>
        <a:lt1>
          <a:srgbClr val="FFFFFF"/>
        </a:lt1>
        <a:dk2>
          <a:srgbClr val="000000"/>
        </a:dk2>
        <a:lt2>
          <a:srgbClr val="808080"/>
        </a:lt2>
        <a:accent1>
          <a:srgbClr val="660066"/>
        </a:accent1>
        <a:accent2>
          <a:srgbClr val="FF5050"/>
        </a:accent2>
        <a:accent3>
          <a:srgbClr val="FFFFFF"/>
        </a:accent3>
        <a:accent4>
          <a:srgbClr val="000000"/>
        </a:accent4>
        <a:accent5>
          <a:srgbClr val="B8AAB8"/>
        </a:accent5>
        <a:accent6>
          <a:srgbClr val="E74848"/>
        </a:accent6>
        <a:hlink>
          <a:srgbClr val="FF9999"/>
        </a:hlink>
        <a:folHlink>
          <a:srgbClr val="B2B2B2"/>
        </a:folHlink>
      </a:clrScheme>
      <a:clrMap bg1="lt1" tx1="dk1" bg2="lt2" tx2="dk2" accent1="accent1" accent2="accent2" accent3="accent3" accent4="accent4" accent5="accent5" accent6="accent6" hlink="hlink" folHlink="folHlink"/>
    </a:extraClrScheme>
    <a:extraClrScheme>
      <a:clrScheme name="3_01061005 4">
        <a:dk1>
          <a:srgbClr val="000000"/>
        </a:dk1>
        <a:lt1>
          <a:srgbClr val="FFFFFF"/>
        </a:lt1>
        <a:dk2>
          <a:srgbClr val="000000"/>
        </a:dk2>
        <a:lt2>
          <a:srgbClr val="808080"/>
        </a:lt2>
        <a:accent1>
          <a:srgbClr val="006600"/>
        </a:accent1>
        <a:accent2>
          <a:srgbClr val="808000"/>
        </a:accent2>
        <a:accent3>
          <a:srgbClr val="FFFFFF"/>
        </a:accent3>
        <a:accent4>
          <a:srgbClr val="000000"/>
        </a:accent4>
        <a:accent5>
          <a:srgbClr val="AAB8AA"/>
        </a:accent5>
        <a:accent6>
          <a:srgbClr val="737300"/>
        </a:accent6>
        <a:hlink>
          <a:srgbClr val="CC990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6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2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7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fa사업현황(지도)</Template>
  <TotalTime>80352</TotalTime>
  <Words>401</Words>
  <Application>Microsoft Office PowerPoint</Application>
  <PresentationFormat>A4 용지(210x297mm)</PresentationFormat>
  <Paragraphs>24</Paragraphs>
  <Slides>2</Slides>
  <Notes>0</Notes>
  <HiddenSlides>0</HiddenSlides>
  <MMClips>0</MMClips>
  <ScaleCrop>false</ScaleCrop>
  <HeadingPairs>
    <vt:vector size="6" baseType="variant">
      <vt:variant>
        <vt:lpstr>사용한 글꼴</vt:lpstr>
      </vt:variant>
      <vt:variant>
        <vt:i4>6</vt:i4>
      </vt:variant>
      <vt:variant>
        <vt:lpstr>테마</vt:lpstr>
      </vt:variant>
      <vt:variant>
        <vt:i4>10</vt:i4>
      </vt:variant>
      <vt:variant>
        <vt:lpstr>슬라이드 제목</vt:lpstr>
      </vt:variant>
      <vt:variant>
        <vt:i4>2</vt:i4>
      </vt:variant>
    </vt:vector>
  </HeadingPairs>
  <TitlesOfParts>
    <vt:vector size="18" baseType="lpstr">
      <vt:lpstr>HY헤드라인M</vt:lpstr>
      <vt:lpstr>굴림</vt:lpstr>
      <vt:lpstr>맑은 고딕</vt:lpstr>
      <vt:lpstr>Arial</vt:lpstr>
      <vt:lpstr>Times New Roman</vt:lpstr>
      <vt:lpstr>Wingdings</vt:lpstr>
      <vt:lpstr>8_realpt-052</vt:lpstr>
      <vt:lpstr>7_01061005</vt:lpstr>
      <vt:lpstr>9_realpt-052</vt:lpstr>
      <vt:lpstr>1_Office 테마</vt:lpstr>
      <vt:lpstr>10_realpt-052</vt:lpstr>
      <vt:lpstr>8_01061005</vt:lpstr>
      <vt:lpstr>5_Office 테마</vt:lpstr>
      <vt:lpstr>6_Office 테마</vt:lpstr>
      <vt:lpstr>2_Office 테마</vt:lpstr>
      <vt:lpstr>7_Office 테마</vt:lpstr>
      <vt:lpstr>PowerPoint 프레젠테이션</vt:lpstr>
      <vt:lpstr>PowerPoint 프레젠테이션</vt:lpstr>
    </vt:vector>
  </TitlesOfParts>
  <Company>Samsung Electronics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한전 동향</dc:title>
  <dc:creator>SEC</dc:creator>
  <cp:lastModifiedBy>하태준</cp:lastModifiedBy>
  <cp:revision>6681</cp:revision>
  <cp:lastPrinted>2020-08-31T12:17:42Z</cp:lastPrinted>
  <dcterms:created xsi:type="dcterms:W3CDTF">2011-03-16T00:11:19Z</dcterms:created>
  <dcterms:modified xsi:type="dcterms:W3CDTF">2026-01-31T03:58:48Z</dcterms:modified>
</cp:coreProperties>
</file>