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3.xml" ContentType="application/vnd.openxmlformats-officedocument.theme+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4.xml" ContentType="application/vnd.openxmlformats-officedocument.theme+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5.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6.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7.xml" ContentType="application/vnd.openxmlformats-officedocument.theme+xml"/>
  <Override PartName="/ppt/slideLayouts/slideLayout22.xml" ContentType="application/vnd.openxmlformats-officedocument.presentationml.slideLayout+xml"/>
  <Override PartName="/ppt/theme/theme8.xml" ContentType="application/vnd.openxmlformats-officedocument.theme+xml"/>
  <Override PartName="/ppt/slideLayouts/slideLayout23.xml" ContentType="application/vnd.openxmlformats-officedocument.presentationml.slideLayout+xml"/>
  <Override PartName="/ppt/theme/theme9.xml" ContentType="application/vnd.openxmlformats-officedocument.theme+xml"/>
  <Override PartName="/ppt/slideLayouts/slideLayout24.xml" ContentType="application/vnd.openxmlformats-officedocument.presentationml.slideLayout+xml"/>
  <Override PartName="/ppt/theme/theme10.xml" ContentType="application/vnd.openxmlformats-officedocument.theme+xml"/>
  <Override PartName="/ppt/theme/theme11.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erverZoom="22118" saveSubsetFonts="1">
  <p:sldMasterIdLst>
    <p:sldMasterId id="2147483807" r:id="rId1"/>
    <p:sldMasterId id="2147483972" r:id="rId2"/>
    <p:sldMasterId id="2147483981" r:id="rId3"/>
    <p:sldMasterId id="2147483990" r:id="rId4"/>
    <p:sldMasterId id="2147483994" r:id="rId5"/>
    <p:sldMasterId id="2147484014" r:id="rId6"/>
    <p:sldMasterId id="2147484021" r:id="rId7"/>
    <p:sldMasterId id="2147484026" r:id="rId8"/>
    <p:sldMasterId id="2147484031" r:id="rId9"/>
    <p:sldMasterId id="2147484033" r:id="rId10"/>
  </p:sldMasterIdLst>
  <p:notesMasterIdLst>
    <p:notesMasterId r:id="rId13"/>
  </p:notesMasterIdLst>
  <p:sldIdLst>
    <p:sldId id="1063" r:id="rId11"/>
    <p:sldId id="1144" r:id="rId12"/>
  </p:sldIdLst>
  <p:sldSz cx="9906000" cy="6858000" type="A4"/>
  <p:notesSz cx="6797675" cy="9926638"/>
  <p:defaultTextStyle>
    <a:defPPr>
      <a:defRPr lang="ko-KR"/>
    </a:defPPr>
    <a:lvl1pPr algn="l" rtl="0" eaLnBrk="0" fontAlgn="base" hangingPunct="0">
      <a:spcBef>
        <a:spcPct val="0"/>
      </a:spcBef>
      <a:spcAft>
        <a:spcPct val="0"/>
      </a:spcAft>
      <a:defRPr kumimoji="1" sz="1600" kern="1200">
        <a:solidFill>
          <a:schemeClr val="tx1"/>
        </a:solidFill>
        <a:latin typeface="HY헤드라인M" panose="02030600000101010101" pitchFamily="18" charset="-127"/>
        <a:ea typeface="굴림" panose="020B0600000101010101" pitchFamily="50" charset="-127"/>
        <a:cs typeface="+mn-cs"/>
      </a:defRPr>
    </a:lvl1pPr>
    <a:lvl2pPr marL="457200" algn="l" rtl="0" eaLnBrk="0" fontAlgn="base" hangingPunct="0">
      <a:spcBef>
        <a:spcPct val="0"/>
      </a:spcBef>
      <a:spcAft>
        <a:spcPct val="0"/>
      </a:spcAft>
      <a:defRPr kumimoji="1" sz="1600" kern="1200">
        <a:solidFill>
          <a:schemeClr val="tx1"/>
        </a:solidFill>
        <a:latin typeface="HY헤드라인M" panose="02030600000101010101" pitchFamily="18" charset="-127"/>
        <a:ea typeface="굴림" panose="020B0600000101010101" pitchFamily="50" charset="-127"/>
        <a:cs typeface="+mn-cs"/>
      </a:defRPr>
    </a:lvl2pPr>
    <a:lvl3pPr marL="914400" algn="l" rtl="0" eaLnBrk="0" fontAlgn="base" hangingPunct="0">
      <a:spcBef>
        <a:spcPct val="0"/>
      </a:spcBef>
      <a:spcAft>
        <a:spcPct val="0"/>
      </a:spcAft>
      <a:defRPr kumimoji="1" sz="1600" kern="1200">
        <a:solidFill>
          <a:schemeClr val="tx1"/>
        </a:solidFill>
        <a:latin typeface="HY헤드라인M" panose="02030600000101010101" pitchFamily="18" charset="-127"/>
        <a:ea typeface="굴림" panose="020B0600000101010101" pitchFamily="50" charset="-127"/>
        <a:cs typeface="+mn-cs"/>
      </a:defRPr>
    </a:lvl3pPr>
    <a:lvl4pPr marL="1371600" algn="l" rtl="0" eaLnBrk="0" fontAlgn="base" hangingPunct="0">
      <a:spcBef>
        <a:spcPct val="0"/>
      </a:spcBef>
      <a:spcAft>
        <a:spcPct val="0"/>
      </a:spcAft>
      <a:defRPr kumimoji="1" sz="1600" kern="1200">
        <a:solidFill>
          <a:schemeClr val="tx1"/>
        </a:solidFill>
        <a:latin typeface="HY헤드라인M" panose="02030600000101010101" pitchFamily="18" charset="-127"/>
        <a:ea typeface="굴림" panose="020B0600000101010101" pitchFamily="50" charset="-127"/>
        <a:cs typeface="+mn-cs"/>
      </a:defRPr>
    </a:lvl4pPr>
    <a:lvl5pPr marL="1828800" algn="l" rtl="0" eaLnBrk="0" fontAlgn="base" hangingPunct="0">
      <a:spcBef>
        <a:spcPct val="0"/>
      </a:spcBef>
      <a:spcAft>
        <a:spcPct val="0"/>
      </a:spcAft>
      <a:defRPr kumimoji="1" sz="1600" kern="1200">
        <a:solidFill>
          <a:schemeClr val="tx1"/>
        </a:solidFill>
        <a:latin typeface="HY헤드라인M" panose="02030600000101010101" pitchFamily="18" charset="-127"/>
        <a:ea typeface="굴림" panose="020B0600000101010101" pitchFamily="50" charset="-127"/>
        <a:cs typeface="+mn-cs"/>
      </a:defRPr>
    </a:lvl5pPr>
    <a:lvl6pPr marL="2286000" algn="l" defTabSz="914400" rtl="0" eaLnBrk="1" latinLnBrk="1" hangingPunct="1">
      <a:defRPr kumimoji="1" sz="1600" kern="1200">
        <a:solidFill>
          <a:schemeClr val="tx1"/>
        </a:solidFill>
        <a:latin typeface="HY헤드라인M" panose="02030600000101010101" pitchFamily="18" charset="-127"/>
        <a:ea typeface="굴림" panose="020B0600000101010101" pitchFamily="50" charset="-127"/>
        <a:cs typeface="+mn-cs"/>
      </a:defRPr>
    </a:lvl6pPr>
    <a:lvl7pPr marL="2743200" algn="l" defTabSz="914400" rtl="0" eaLnBrk="1" latinLnBrk="1" hangingPunct="1">
      <a:defRPr kumimoji="1" sz="1600" kern="1200">
        <a:solidFill>
          <a:schemeClr val="tx1"/>
        </a:solidFill>
        <a:latin typeface="HY헤드라인M" panose="02030600000101010101" pitchFamily="18" charset="-127"/>
        <a:ea typeface="굴림" panose="020B0600000101010101" pitchFamily="50" charset="-127"/>
        <a:cs typeface="+mn-cs"/>
      </a:defRPr>
    </a:lvl7pPr>
    <a:lvl8pPr marL="3200400" algn="l" defTabSz="914400" rtl="0" eaLnBrk="1" latinLnBrk="1" hangingPunct="1">
      <a:defRPr kumimoji="1" sz="1600" kern="1200">
        <a:solidFill>
          <a:schemeClr val="tx1"/>
        </a:solidFill>
        <a:latin typeface="HY헤드라인M" panose="02030600000101010101" pitchFamily="18" charset="-127"/>
        <a:ea typeface="굴림" panose="020B0600000101010101" pitchFamily="50" charset="-127"/>
        <a:cs typeface="+mn-cs"/>
      </a:defRPr>
    </a:lvl8pPr>
    <a:lvl9pPr marL="3657600" algn="l" defTabSz="914400" rtl="0" eaLnBrk="1" latinLnBrk="1" hangingPunct="1">
      <a:defRPr kumimoji="1" sz="1600" kern="1200">
        <a:solidFill>
          <a:schemeClr val="tx1"/>
        </a:solidFill>
        <a:latin typeface="HY헤드라인M" panose="02030600000101010101" pitchFamily="18" charset="-127"/>
        <a:ea typeface="굴림" panose="020B0600000101010101" pitchFamily="50" charset="-127"/>
        <a:cs typeface="+mn-cs"/>
      </a:defRPr>
    </a:lvl9pPr>
  </p:defaultTextStyle>
  <p:extLst>
    <p:ext uri="{EFAFB233-063F-42B5-8137-9DF3F51BA10A}">
      <p15:sldGuideLst xmlns:p15="http://schemas.microsoft.com/office/powerpoint/2012/main">
        <p15:guide id="1" orient="horz" pos="453" userDrawn="1">
          <p15:clr>
            <a:srgbClr val="A4A3A4"/>
          </p15:clr>
        </p15:guide>
        <p15:guide id="2" orient="horz" pos="2127" userDrawn="1">
          <p15:clr>
            <a:srgbClr val="A4A3A4"/>
          </p15:clr>
        </p15:guide>
        <p15:guide id="3" pos="2440" userDrawn="1">
          <p15:clr>
            <a:srgbClr val="A4A3A4"/>
          </p15:clr>
        </p15:guide>
        <p15:guide id="4" pos="124" userDrawn="1">
          <p15:clr>
            <a:srgbClr val="A4A3A4"/>
          </p15:clr>
        </p15:guide>
        <p15:guide id="5" pos="6068" userDrawn="1">
          <p15:clr>
            <a:srgbClr val="A4A3A4"/>
          </p15:clr>
        </p15:guide>
        <p15:guide id="6" orient="horz" pos="3929">
          <p15:clr>
            <a:srgbClr val="A4A3A4"/>
          </p15:clr>
        </p15:guide>
        <p15:guide id="7" orient="horz" pos="699" userDrawn="1">
          <p15:clr>
            <a:srgbClr val="A4A3A4"/>
          </p15:clr>
        </p15:guide>
        <p15:guide id="8" orient="horz" pos="3702" userDrawn="1">
          <p15:clr>
            <a:srgbClr val="A4A3A4"/>
          </p15:clr>
        </p15:guide>
        <p15:guide id="9" orient="horz" pos="3249">
          <p15:clr>
            <a:srgbClr val="A4A3A4"/>
          </p15:clr>
        </p15:guide>
        <p15:guide id="10" orient="horz" pos="1162">
          <p15:clr>
            <a:srgbClr val="A4A3A4"/>
          </p15:clr>
        </p15:guide>
        <p15:guide id="11" pos="444" userDrawn="1">
          <p15:clr>
            <a:srgbClr val="A4A3A4"/>
          </p15:clr>
        </p15:guide>
        <p15:guide id="12" pos="262">
          <p15:clr>
            <a:srgbClr val="A4A3A4"/>
          </p15:clr>
        </p15:guide>
        <p15:guide id="13" pos="5842">
          <p15:clr>
            <a:srgbClr val="A4A3A4"/>
          </p15:clr>
        </p15:guide>
      </p15:sldGuideLst>
    </p:ext>
    <p:ext uri="{2D200454-40CA-4A62-9FC3-DE9A4176ACB9}">
      <p15:notesGuideLst xmlns:p15="http://schemas.microsoft.com/office/powerpoint/2012/main">
        <p15:guide id="1" orient="horz" pos="3120" userDrawn="1">
          <p15:clr>
            <a:srgbClr val="A4A3A4"/>
          </p15:clr>
        </p15:guide>
        <p15:guide id="2" pos="2137" userDrawn="1">
          <p15:clr>
            <a:srgbClr val="A4A3A4"/>
          </p15:clr>
        </p15:guide>
        <p15:guide id="3" orient="horz" pos="3124" userDrawn="1">
          <p15:clr>
            <a:srgbClr val="A4A3A4"/>
          </p15:clr>
        </p15:guide>
        <p15:guide id="4" pos="214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CECED0"/>
    <a:srgbClr val="E9E9E9"/>
    <a:srgbClr val="FFFFFF"/>
    <a:srgbClr val="A9ACB3"/>
    <a:srgbClr val="FF9900"/>
    <a:srgbClr val="FFFFCC"/>
    <a:srgbClr val="DAEEF3"/>
    <a:srgbClr val="2F5597"/>
    <a:srgbClr val="D9E7E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보통 스타일 2 - 강조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보통 스타일 2 - 강조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보통 스타일 2 - 강조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보통 스타일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스타일 없음, 눈금 없음">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밝은 스타일 1 - 강조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6429" autoAdjust="0"/>
  </p:normalViewPr>
  <p:slideViewPr>
    <p:cSldViewPr>
      <p:cViewPr varScale="1">
        <p:scale>
          <a:sx n="63" d="100"/>
          <a:sy n="63" d="100"/>
        </p:scale>
        <p:origin x="1252" y="52"/>
      </p:cViewPr>
      <p:guideLst>
        <p:guide orient="horz" pos="453"/>
        <p:guide orient="horz" pos="2127"/>
        <p:guide pos="2440"/>
        <p:guide pos="124"/>
        <p:guide pos="6068"/>
        <p:guide orient="horz" pos="3929"/>
        <p:guide orient="horz" pos="699"/>
        <p:guide orient="horz" pos="3702"/>
        <p:guide orient="horz" pos="3249"/>
        <p:guide orient="horz" pos="1162"/>
        <p:guide pos="444"/>
        <p:guide pos="262"/>
        <p:guide pos="584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91" d="100"/>
        <a:sy n="91" d="100"/>
      </p:scale>
      <p:origin x="0" y="0"/>
    </p:cViewPr>
  </p:sorterViewPr>
  <p:notesViewPr>
    <p:cSldViewPr>
      <p:cViewPr varScale="1">
        <p:scale>
          <a:sx n="71" d="100"/>
          <a:sy n="71" d="100"/>
        </p:scale>
        <p:origin x="-2178" y="-90"/>
      </p:cViewPr>
      <p:guideLst>
        <p:guide orient="horz" pos="3120"/>
        <p:guide pos="2137"/>
        <p:guide orient="horz" pos="3124"/>
        <p:guide pos="214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notesMaster" Target="notesMasters/notesMaster1.xml"/><Relationship Id="rId3" Type="http://schemas.openxmlformats.org/officeDocument/2006/relationships/slideMaster" Target="slideMasters/slideMaster3.xml"/><Relationship Id="rId7" Type="http://schemas.openxmlformats.org/officeDocument/2006/relationships/slideMaster" Target="slideMasters/slideMaster7.xml"/><Relationship Id="rId12" Type="http://schemas.openxmlformats.org/officeDocument/2006/relationships/slide" Target="slides/slide2.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1.xml"/><Relationship Id="rId5" Type="http://schemas.openxmlformats.org/officeDocument/2006/relationships/slideMaster" Target="slideMasters/slideMaster5.xml"/><Relationship Id="rId15" Type="http://schemas.openxmlformats.org/officeDocument/2006/relationships/viewProps" Target="viewProps.xml"/><Relationship Id="rId10" Type="http://schemas.openxmlformats.org/officeDocument/2006/relationships/slideMaster" Target="slideMasters/slideMaster10.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626" name="Rectangle 2"/>
          <p:cNvSpPr>
            <a:spLocks noGrp="1" noChangeArrowheads="1"/>
          </p:cNvSpPr>
          <p:nvPr>
            <p:ph type="hdr" sz="quarter"/>
          </p:nvPr>
        </p:nvSpPr>
        <p:spPr bwMode="auto">
          <a:xfrm>
            <a:off x="0" y="0"/>
            <a:ext cx="2945448" cy="496253"/>
          </a:xfrm>
          <a:prstGeom prst="rect">
            <a:avLst/>
          </a:prstGeom>
          <a:noFill/>
          <a:ln>
            <a:noFill/>
          </a:ln>
          <a:effectLst/>
        </p:spPr>
        <p:txBody>
          <a:bodyPr vert="horz" wrap="square" lIns="92207" tIns="46103" rIns="92207" bIns="46103" numCol="1" anchor="t" anchorCtr="0" compatLnSpc="1">
            <a:prstTxWarp prst="textNoShape">
              <a:avLst/>
            </a:prstTxWarp>
          </a:bodyPr>
          <a:lstStyle>
            <a:lvl1pPr algn="l" defTabSz="922247" eaLnBrk="1" latinLnBrk="1" hangingPunct="1">
              <a:spcBef>
                <a:spcPct val="0"/>
              </a:spcBef>
              <a:buFontTx/>
              <a:buNone/>
              <a:defRPr sz="1200">
                <a:latin typeface="굴림" pitchFamily="50" charset="-127"/>
                <a:ea typeface="굴림" pitchFamily="50" charset="-127"/>
              </a:defRPr>
            </a:lvl1pPr>
          </a:lstStyle>
          <a:p>
            <a:pPr>
              <a:defRPr/>
            </a:pPr>
            <a:endParaRPr lang="en-US" altLang="ko-KR"/>
          </a:p>
        </p:txBody>
      </p:sp>
      <p:sp>
        <p:nvSpPr>
          <p:cNvPr id="26627" name="Rectangle 3"/>
          <p:cNvSpPr>
            <a:spLocks noGrp="1" noChangeArrowheads="1"/>
          </p:cNvSpPr>
          <p:nvPr>
            <p:ph type="dt" idx="1"/>
          </p:nvPr>
        </p:nvSpPr>
        <p:spPr bwMode="auto">
          <a:xfrm>
            <a:off x="3850643" y="0"/>
            <a:ext cx="2945448" cy="496253"/>
          </a:xfrm>
          <a:prstGeom prst="rect">
            <a:avLst/>
          </a:prstGeom>
          <a:noFill/>
          <a:ln>
            <a:noFill/>
          </a:ln>
          <a:effectLst/>
        </p:spPr>
        <p:txBody>
          <a:bodyPr vert="horz" wrap="square" lIns="92207" tIns="46103" rIns="92207" bIns="46103" numCol="1" anchor="t" anchorCtr="0" compatLnSpc="1">
            <a:prstTxWarp prst="textNoShape">
              <a:avLst/>
            </a:prstTxWarp>
          </a:bodyPr>
          <a:lstStyle>
            <a:lvl1pPr algn="r" defTabSz="922247" eaLnBrk="1" latinLnBrk="1" hangingPunct="1">
              <a:spcBef>
                <a:spcPct val="0"/>
              </a:spcBef>
              <a:buFontTx/>
              <a:buNone/>
              <a:defRPr sz="1200">
                <a:latin typeface="굴림" pitchFamily="50" charset="-127"/>
                <a:ea typeface="굴림" pitchFamily="50" charset="-127"/>
              </a:defRPr>
            </a:lvl1pPr>
          </a:lstStyle>
          <a:p>
            <a:pPr>
              <a:defRPr/>
            </a:pPr>
            <a:endParaRPr lang="en-US" altLang="ko-KR"/>
          </a:p>
        </p:txBody>
      </p:sp>
      <p:sp>
        <p:nvSpPr>
          <p:cNvPr id="25604" name="Rectangle 4"/>
          <p:cNvSpPr>
            <a:spLocks noGrp="1" noRot="1" noChangeAspect="1" noChangeArrowheads="1" noTextEdit="1"/>
          </p:cNvSpPr>
          <p:nvPr>
            <p:ph type="sldImg" idx="2"/>
          </p:nvPr>
        </p:nvSpPr>
        <p:spPr bwMode="auto">
          <a:xfrm>
            <a:off x="708025" y="741363"/>
            <a:ext cx="5381625" cy="37274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629" name="Rectangle 5"/>
          <p:cNvSpPr>
            <a:spLocks noGrp="1" noChangeArrowheads="1"/>
          </p:cNvSpPr>
          <p:nvPr>
            <p:ph type="body" sz="quarter" idx="3"/>
          </p:nvPr>
        </p:nvSpPr>
        <p:spPr bwMode="auto">
          <a:xfrm>
            <a:off x="680085" y="4715193"/>
            <a:ext cx="5437506" cy="4467859"/>
          </a:xfrm>
          <a:prstGeom prst="rect">
            <a:avLst/>
          </a:prstGeom>
          <a:noFill/>
          <a:ln>
            <a:noFill/>
          </a:ln>
          <a:effectLst/>
        </p:spPr>
        <p:txBody>
          <a:bodyPr vert="horz" wrap="square" lIns="92207" tIns="46103" rIns="92207" bIns="46103" numCol="1" anchor="t" anchorCtr="0" compatLnSpc="1">
            <a:prstTxWarp prst="textNoShape">
              <a:avLst/>
            </a:prstTxWarp>
          </a:bodyPr>
          <a:lstStyle/>
          <a:p>
            <a:pPr lvl="0"/>
            <a:r>
              <a:rPr lang="ko-KR" altLang="en-US" noProof="0"/>
              <a:t>마스터 텍스트 스타일을 편집합니다</a:t>
            </a:r>
          </a:p>
          <a:p>
            <a:pPr lvl="1"/>
            <a:r>
              <a:rPr lang="ko-KR" altLang="en-US" noProof="0"/>
              <a:t>둘째 수준</a:t>
            </a:r>
          </a:p>
          <a:p>
            <a:pPr lvl="2"/>
            <a:r>
              <a:rPr lang="ko-KR" altLang="en-US" noProof="0"/>
              <a:t>셋째 수준</a:t>
            </a:r>
          </a:p>
          <a:p>
            <a:pPr lvl="3"/>
            <a:r>
              <a:rPr lang="ko-KR" altLang="en-US" noProof="0"/>
              <a:t>넷째 수준</a:t>
            </a:r>
          </a:p>
          <a:p>
            <a:pPr lvl="4"/>
            <a:r>
              <a:rPr lang="ko-KR" altLang="en-US" noProof="0"/>
              <a:t>다섯째 수준</a:t>
            </a:r>
          </a:p>
        </p:txBody>
      </p:sp>
      <p:sp>
        <p:nvSpPr>
          <p:cNvPr id="26630" name="Rectangle 6"/>
          <p:cNvSpPr>
            <a:spLocks noGrp="1" noChangeArrowheads="1"/>
          </p:cNvSpPr>
          <p:nvPr>
            <p:ph type="ftr" sz="quarter" idx="4"/>
          </p:nvPr>
        </p:nvSpPr>
        <p:spPr bwMode="auto">
          <a:xfrm>
            <a:off x="0" y="9428800"/>
            <a:ext cx="2945448" cy="496252"/>
          </a:xfrm>
          <a:prstGeom prst="rect">
            <a:avLst/>
          </a:prstGeom>
          <a:noFill/>
          <a:ln>
            <a:noFill/>
          </a:ln>
          <a:effectLst/>
        </p:spPr>
        <p:txBody>
          <a:bodyPr vert="horz" wrap="square" lIns="92207" tIns="46103" rIns="92207" bIns="46103" numCol="1" anchor="b" anchorCtr="0" compatLnSpc="1">
            <a:prstTxWarp prst="textNoShape">
              <a:avLst/>
            </a:prstTxWarp>
          </a:bodyPr>
          <a:lstStyle>
            <a:lvl1pPr algn="l" defTabSz="922247" eaLnBrk="1" latinLnBrk="1" hangingPunct="1">
              <a:spcBef>
                <a:spcPct val="0"/>
              </a:spcBef>
              <a:buFontTx/>
              <a:buNone/>
              <a:defRPr sz="1200">
                <a:latin typeface="굴림" pitchFamily="50" charset="-127"/>
                <a:ea typeface="굴림" pitchFamily="50" charset="-127"/>
              </a:defRPr>
            </a:lvl1pPr>
          </a:lstStyle>
          <a:p>
            <a:pPr>
              <a:defRPr/>
            </a:pPr>
            <a:endParaRPr lang="en-US" altLang="ko-KR"/>
          </a:p>
        </p:txBody>
      </p:sp>
    </p:spTree>
    <p:extLst>
      <p:ext uri="{BB962C8B-B14F-4D97-AF65-F5344CB8AC3E}">
        <p14:creationId xmlns:p14="http://schemas.microsoft.com/office/powerpoint/2010/main" val="1521926336"/>
      </p:ext>
    </p:extLst>
  </p:cSld>
  <p:clrMap bg1="lt1" tx1="dk1" bg2="lt2" tx2="dk2" accent1="accent1" accent2="accent2" accent3="accent3" accent4="accent4" accent5="accent5" accent6="accent6" hlink="hlink" folHlink="folHlink"/>
  <p:notesStyle>
    <a:lvl1pPr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1pPr>
    <a:lvl2pPr marL="457200"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2pPr>
    <a:lvl3pPr marL="914400"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3pPr>
    <a:lvl4pPr marL="1371600"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4pPr>
    <a:lvl5pPr marL="1828800"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빈 화면">
    <p:spTree>
      <p:nvGrpSpPr>
        <p:cNvPr id="1" name=""/>
        <p:cNvGrpSpPr/>
        <p:nvPr/>
      </p:nvGrpSpPr>
      <p:grpSpPr>
        <a:xfrm>
          <a:off x="0" y="0"/>
          <a:ext cx="0" cy="0"/>
          <a:chOff x="0" y="0"/>
          <a:chExt cx="0" cy="0"/>
        </a:xfrm>
      </p:grpSpPr>
    </p:spTree>
    <p:extLst>
      <p:ext uri="{BB962C8B-B14F-4D97-AF65-F5344CB8AC3E}">
        <p14:creationId xmlns:p14="http://schemas.microsoft.com/office/powerpoint/2010/main" val="23367624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제목 슬라이드">
    <p:spTree>
      <p:nvGrpSpPr>
        <p:cNvPr id="1" name=""/>
        <p:cNvGrpSpPr/>
        <p:nvPr/>
      </p:nvGrpSpPr>
      <p:grpSpPr>
        <a:xfrm>
          <a:off x="0" y="0"/>
          <a:ext cx="0" cy="0"/>
          <a:chOff x="0" y="0"/>
          <a:chExt cx="0" cy="0"/>
        </a:xfrm>
      </p:grpSpPr>
    </p:spTree>
    <p:extLst>
      <p:ext uri="{BB962C8B-B14F-4D97-AF65-F5344CB8AC3E}">
        <p14:creationId xmlns:p14="http://schemas.microsoft.com/office/powerpoint/2010/main" val="24993462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빈 화면">
    <p:spTree>
      <p:nvGrpSpPr>
        <p:cNvPr id="1" name=""/>
        <p:cNvGrpSpPr/>
        <p:nvPr/>
      </p:nvGrpSpPr>
      <p:grpSpPr>
        <a:xfrm>
          <a:off x="0" y="0"/>
          <a:ext cx="0" cy="0"/>
          <a:chOff x="0" y="0"/>
          <a:chExt cx="0" cy="0"/>
        </a:xfrm>
      </p:grpSpPr>
    </p:spTree>
    <p:extLst>
      <p:ext uri="{BB962C8B-B14F-4D97-AF65-F5344CB8AC3E}">
        <p14:creationId xmlns:p14="http://schemas.microsoft.com/office/powerpoint/2010/main" val="22454193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Rectangle 5"/>
          <p:cNvSpPr>
            <a:spLocks noGrp="1" noChangeArrowheads="1"/>
          </p:cNvSpPr>
          <p:nvPr>
            <p:ph type="sldNum" sz="quarter" idx="10"/>
          </p:nvPr>
        </p:nvSpPr>
        <p:spPr/>
        <p:txBody>
          <a:bodyPr/>
          <a:lstStyle>
            <a:lvl1pPr>
              <a:spcBef>
                <a:spcPct val="50000"/>
              </a:spcBef>
              <a:buFont typeface="굴림" pitchFamily="50" charset="-127"/>
              <a:buNone/>
              <a:defRPr/>
            </a:lvl1pPr>
          </a:lstStyle>
          <a:p>
            <a:pPr>
              <a:defRPr/>
            </a:pPr>
            <a:fld id="{A9F25EB3-8F10-4ED0-A9A2-5CAB6BDB8F71}" type="slidenum">
              <a:rPr lang="ko-KR" altLang="en-US"/>
              <a:pPr>
                <a:defRPr/>
              </a:pPr>
              <a:t>‹#›</a:t>
            </a:fld>
            <a:endParaRPr lang="en-US" altLang="ko-KR"/>
          </a:p>
        </p:txBody>
      </p:sp>
    </p:spTree>
    <p:extLst>
      <p:ext uri="{BB962C8B-B14F-4D97-AF65-F5344CB8AC3E}">
        <p14:creationId xmlns:p14="http://schemas.microsoft.com/office/powerpoint/2010/main" val="4415581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제목 슬라이드">
    <p:spTree>
      <p:nvGrpSpPr>
        <p:cNvPr id="1" name=""/>
        <p:cNvGrpSpPr/>
        <p:nvPr/>
      </p:nvGrpSpPr>
      <p:grpSpPr>
        <a:xfrm>
          <a:off x="0" y="0"/>
          <a:ext cx="0" cy="0"/>
          <a:chOff x="0" y="0"/>
          <a:chExt cx="0" cy="0"/>
        </a:xfrm>
      </p:grpSpPr>
    </p:spTree>
    <p:extLst>
      <p:ext uri="{BB962C8B-B14F-4D97-AF65-F5344CB8AC3E}">
        <p14:creationId xmlns:p14="http://schemas.microsoft.com/office/powerpoint/2010/main" val="11471356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제목 슬라이드">
    <p:spTree>
      <p:nvGrpSpPr>
        <p:cNvPr id="1" name=""/>
        <p:cNvGrpSpPr/>
        <p:nvPr/>
      </p:nvGrpSpPr>
      <p:grpSpPr>
        <a:xfrm>
          <a:off x="0" y="0"/>
          <a:ext cx="0" cy="0"/>
          <a:chOff x="0" y="0"/>
          <a:chExt cx="0" cy="0"/>
        </a:xfrm>
      </p:grpSpPr>
    </p:spTree>
    <p:extLst>
      <p:ext uri="{BB962C8B-B14F-4D97-AF65-F5344CB8AC3E}">
        <p14:creationId xmlns:p14="http://schemas.microsoft.com/office/powerpoint/2010/main" val="11538599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1_빈 화면">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86281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Rectangle 5"/>
          <p:cNvSpPr>
            <a:spLocks noGrp="1" noChangeArrowheads="1"/>
          </p:cNvSpPr>
          <p:nvPr>
            <p:ph type="sldNum" sz="quarter" idx="10"/>
          </p:nvPr>
        </p:nvSpPr>
        <p:spPr/>
        <p:txBody>
          <a:bodyPr/>
          <a:lstStyle>
            <a:lvl1pPr>
              <a:spcBef>
                <a:spcPct val="50000"/>
              </a:spcBef>
              <a:buFont typeface="굴림" pitchFamily="50" charset="-127"/>
              <a:buNone/>
              <a:defRPr/>
            </a:lvl1pPr>
          </a:lstStyle>
          <a:p>
            <a:pPr>
              <a:defRPr/>
            </a:pPr>
            <a:fld id="{A7638208-DBF4-4ABD-8718-C752B9F47646}" type="slidenum">
              <a:rPr lang="ko-KR" altLang="en-US"/>
              <a:pPr>
                <a:defRPr/>
              </a:pPr>
              <a:t>‹#›</a:t>
            </a:fld>
            <a:endParaRPr lang="en-US" altLang="ko-KR"/>
          </a:p>
        </p:txBody>
      </p:sp>
    </p:spTree>
    <p:extLst>
      <p:ext uri="{BB962C8B-B14F-4D97-AF65-F5344CB8AC3E}">
        <p14:creationId xmlns:p14="http://schemas.microsoft.com/office/powerpoint/2010/main" val="20807442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495300" y="273050"/>
            <a:ext cx="3259138" cy="1162050"/>
          </a:xfrm>
        </p:spPr>
        <p:txBody>
          <a:bodyPr/>
          <a:lstStyle>
            <a:lvl1pPr algn="l">
              <a:defRPr sz="2000" b="1"/>
            </a:lvl1pPr>
          </a:lstStyle>
          <a:p>
            <a:r>
              <a:rPr lang="ko-KR" altLang="en-US"/>
              <a:t>마스터 제목 스타일 편집</a:t>
            </a:r>
          </a:p>
        </p:txBody>
      </p:sp>
      <p:sp>
        <p:nvSpPr>
          <p:cNvPr id="3" name="내용 개체 틀 2"/>
          <p:cNvSpPr>
            <a:spLocks noGrp="1"/>
          </p:cNvSpPr>
          <p:nvPr>
            <p:ph idx="1"/>
          </p:nvPr>
        </p:nvSpPr>
        <p:spPr>
          <a:xfrm>
            <a:off x="3873500" y="273050"/>
            <a:ext cx="553720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텍스트 개체 틀 3"/>
          <p:cNvSpPr>
            <a:spLocks noGrp="1"/>
          </p:cNvSpPr>
          <p:nvPr>
            <p:ph type="body" sz="half" idx="2"/>
          </p:nvPr>
        </p:nvSpPr>
        <p:spPr>
          <a:xfrm>
            <a:off x="495300" y="1435100"/>
            <a:ext cx="32591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a:t>마스터 텍스트 스타일을 편집합니다</a:t>
            </a:r>
          </a:p>
        </p:txBody>
      </p:sp>
      <p:sp>
        <p:nvSpPr>
          <p:cNvPr id="5" name="Rectangle 5"/>
          <p:cNvSpPr>
            <a:spLocks noGrp="1" noChangeArrowheads="1"/>
          </p:cNvSpPr>
          <p:nvPr>
            <p:ph type="sldNum" sz="quarter" idx="10"/>
          </p:nvPr>
        </p:nvSpPr>
        <p:spPr/>
        <p:txBody>
          <a:bodyPr/>
          <a:lstStyle>
            <a:lvl1pPr>
              <a:spcBef>
                <a:spcPct val="50000"/>
              </a:spcBef>
              <a:buFont typeface="굴림" pitchFamily="50" charset="-127"/>
              <a:buNone/>
              <a:defRPr/>
            </a:lvl1pPr>
          </a:lstStyle>
          <a:p>
            <a:pPr>
              <a:defRPr/>
            </a:pPr>
            <a:fld id="{BFA4C302-6C80-4A39-B506-8CCE91341594}" type="slidenum">
              <a:rPr lang="ko-KR" altLang="en-US"/>
              <a:pPr>
                <a:defRPr/>
              </a:pPr>
              <a:t>‹#›</a:t>
            </a:fld>
            <a:endParaRPr lang="en-US" altLang="ko-KR"/>
          </a:p>
        </p:txBody>
      </p:sp>
    </p:spTree>
    <p:extLst>
      <p:ext uri="{BB962C8B-B14F-4D97-AF65-F5344CB8AC3E}">
        <p14:creationId xmlns:p14="http://schemas.microsoft.com/office/powerpoint/2010/main" val="39590166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1941513" y="4800600"/>
            <a:ext cx="5943600" cy="566738"/>
          </a:xfrm>
        </p:spPr>
        <p:txBody>
          <a:bodyPr/>
          <a:lstStyle>
            <a:lvl1pPr algn="l">
              <a:defRPr sz="2000" b="1"/>
            </a:lvl1pPr>
          </a:lstStyle>
          <a:p>
            <a:r>
              <a:rPr lang="ko-KR" altLang="en-US"/>
              <a:t>마스터 제목 스타일 편집</a:t>
            </a:r>
          </a:p>
        </p:txBody>
      </p:sp>
      <p:sp>
        <p:nvSpPr>
          <p:cNvPr id="3" name="그림 개체 틀 2"/>
          <p:cNvSpPr>
            <a:spLocks noGrp="1"/>
          </p:cNvSpPr>
          <p:nvPr>
            <p:ph type="pic" idx="1"/>
          </p:nvPr>
        </p:nvSpPr>
        <p:spPr>
          <a:xfrm>
            <a:off x="1941513"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ko-KR" altLang="en-US" noProof="0"/>
          </a:p>
        </p:txBody>
      </p:sp>
      <p:sp>
        <p:nvSpPr>
          <p:cNvPr id="4" name="텍스트 개체 틀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a:t>마스터 텍스트 스타일을 편집합니다</a:t>
            </a:r>
          </a:p>
        </p:txBody>
      </p:sp>
      <p:sp>
        <p:nvSpPr>
          <p:cNvPr id="5" name="Rectangle 5"/>
          <p:cNvSpPr>
            <a:spLocks noGrp="1" noChangeArrowheads="1"/>
          </p:cNvSpPr>
          <p:nvPr>
            <p:ph type="sldNum" sz="quarter" idx="10"/>
          </p:nvPr>
        </p:nvSpPr>
        <p:spPr/>
        <p:txBody>
          <a:bodyPr/>
          <a:lstStyle>
            <a:lvl1pPr>
              <a:spcBef>
                <a:spcPct val="50000"/>
              </a:spcBef>
              <a:buFont typeface="굴림" pitchFamily="50" charset="-127"/>
              <a:buNone/>
              <a:defRPr/>
            </a:lvl1pPr>
          </a:lstStyle>
          <a:p>
            <a:pPr>
              <a:defRPr/>
            </a:pPr>
            <a:fld id="{36ED45D6-AF39-4811-87AF-C001B73F9801}" type="slidenum">
              <a:rPr lang="ko-KR" altLang="en-US"/>
              <a:pPr>
                <a:defRPr/>
              </a:pPr>
              <a:t>‹#›</a:t>
            </a:fld>
            <a:endParaRPr lang="en-US" altLang="ko-KR"/>
          </a:p>
        </p:txBody>
      </p:sp>
    </p:spTree>
    <p:extLst>
      <p:ext uri="{BB962C8B-B14F-4D97-AF65-F5344CB8AC3E}">
        <p14:creationId xmlns:p14="http://schemas.microsoft.com/office/powerpoint/2010/main" val="15520002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세로 텍스트 개체 틀 2"/>
          <p:cNvSpPr>
            <a:spLocks noGrp="1"/>
          </p:cNvSpPr>
          <p:nvPr>
            <p:ph type="body" orient="vert" idx="1"/>
          </p:nvPr>
        </p:nvSpPr>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Rectangle 5"/>
          <p:cNvSpPr>
            <a:spLocks noGrp="1" noChangeArrowheads="1"/>
          </p:cNvSpPr>
          <p:nvPr>
            <p:ph type="sldNum" sz="quarter" idx="10"/>
          </p:nvPr>
        </p:nvSpPr>
        <p:spPr/>
        <p:txBody>
          <a:bodyPr/>
          <a:lstStyle>
            <a:lvl1pPr>
              <a:spcBef>
                <a:spcPct val="50000"/>
              </a:spcBef>
              <a:buFont typeface="굴림" pitchFamily="50" charset="-127"/>
              <a:buNone/>
              <a:defRPr/>
            </a:lvl1pPr>
          </a:lstStyle>
          <a:p>
            <a:pPr>
              <a:defRPr/>
            </a:pPr>
            <a:fld id="{75B3BECB-650F-4755-92EA-F11B9BCD1FD0}" type="slidenum">
              <a:rPr lang="ko-KR" altLang="en-US"/>
              <a:pPr>
                <a:defRPr/>
              </a:pPr>
              <a:t>‹#›</a:t>
            </a:fld>
            <a:endParaRPr lang="en-US" altLang="ko-KR"/>
          </a:p>
        </p:txBody>
      </p:sp>
    </p:spTree>
    <p:extLst>
      <p:ext uri="{BB962C8B-B14F-4D97-AF65-F5344CB8AC3E}">
        <p14:creationId xmlns:p14="http://schemas.microsoft.com/office/powerpoint/2010/main" val="39822777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6994525" y="149225"/>
            <a:ext cx="2168525" cy="5565775"/>
          </a:xfrm>
        </p:spPr>
        <p:txBody>
          <a:bodyPr vert="eaVert"/>
          <a:lstStyle/>
          <a:p>
            <a:r>
              <a:rPr lang="ko-KR" altLang="en-US"/>
              <a:t>마스터 제목 스타일 편집</a:t>
            </a:r>
          </a:p>
        </p:txBody>
      </p:sp>
      <p:sp>
        <p:nvSpPr>
          <p:cNvPr id="3" name="세로 텍스트 개체 틀 2"/>
          <p:cNvSpPr>
            <a:spLocks noGrp="1"/>
          </p:cNvSpPr>
          <p:nvPr>
            <p:ph type="body" orient="vert" idx="1"/>
          </p:nvPr>
        </p:nvSpPr>
        <p:spPr>
          <a:xfrm>
            <a:off x="488950" y="149225"/>
            <a:ext cx="6353175" cy="5565775"/>
          </a:xfrm>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Rectangle 5"/>
          <p:cNvSpPr>
            <a:spLocks noGrp="1" noChangeArrowheads="1"/>
          </p:cNvSpPr>
          <p:nvPr>
            <p:ph type="sldNum" sz="quarter" idx="10"/>
          </p:nvPr>
        </p:nvSpPr>
        <p:spPr/>
        <p:txBody>
          <a:bodyPr/>
          <a:lstStyle>
            <a:lvl1pPr>
              <a:spcBef>
                <a:spcPct val="50000"/>
              </a:spcBef>
              <a:buFont typeface="굴림" pitchFamily="50" charset="-127"/>
              <a:buNone/>
              <a:defRPr/>
            </a:lvl1pPr>
          </a:lstStyle>
          <a:p>
            <a:pPr>
              <a:defRPr/>
            </a:pPr>
            <a:fld id="{A951A513-08C6-43C1-801D-AE6A10323CC2}" type="slidenum">
              <a:rPr lang="ko-KR" altLang="en-US"/>
              <a:pPr>
                <a:defRPr/>
              </a:pPr>
              <a:t>‹#›</a:t>
            </a:fld>
            <a:endParaRPr lang="en-US" altLang="ko-KR"/>
          </a:p>
        </p:txBody>
      </p:sp>
    </p:spTree>
    <p:extLst>
      <p:ext uri="{BB962C8B-B14F-4D97-AF65-F5344CB8AC3E}">
        <p14:creationId xmlns:p14="http://schemas.microsoft.com/office/powerpoint/2010/main" val="11095087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a:xfrm>
            <a:off x="495300" y="274638"/>
            <a:ext cx="8915400" cy="1143000"/>
          </a:xfrm>
          <a:prstGeom prst="rect">
            <a:avLst/>
          </a:prstGeom>
        </p:spPr>
        <p:txBody>
          <a:bodyPr/>
          <a:lstStyle/>
          <a:p>
            <a:r>
              <a:rPr lang="ko-KR" altLang="en-US"/>
              <a:t>마스터 제목 스타일 편집</a:t>
            </a:r>
          </a:p>
        </p:txBody>
      </p:sp>
      <p:sp>
        <p:nvSpPr>
          <p:cNvPr id="3" name="내용 개체 틀 2"/>
          <p:cNvSpPr>
            <a:spLocks noGrp="1"/>
          </p:cNvSpPr>
          <p:nvPr>
            <p:ph idx="1"/>
          </p:nvPr>
        </p:nvSpPr>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Tree>
    <p:extLst>
      <p:ext uri="{BB962C8B-B14F-4D97-AF65-F5344CB8AC3E}">
        <p14:creationId xmlns:p14="http://schemas.microsoft.com/office/powerpoint/2010/main" val="10931662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빈 화면">
    <p:spTree>
      <p:nvGrpSpPr>
        <p:cNvPr id="1" name=""/>
        <p:cNvGrpSpPr/>
        <p:nvPr/>
      </p:nvGrpSpPr>
      <p:grpSpPr>
        <a:xfrm>
          <a:off x="0" y="0"/>
          <a:ext cx="0" cy="0"/>
          <a:chOff x="0" y="0"/>
          <a:chExt cx="0" cy="0"/>
        </a:xfrm>
      </p:grpSpPr>
    </p:spTree>
    <p:extLst>
      <p:ext uri="{BB962C8B-B14F-4D97-AF65-F5344CB8AC3E}">
        <p14:creationId xmlns:p14="http://schemas.microsoft.com/office/powerpoint/2010/main" val="9446028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제목 슬라이드">
    <p:spTree>
      <p:nvGrpSpPr>
        <p:cNvPr id="1" name=""/>
        <p:cNvGrpSpPr/>
        <p:nvPr/>
      </p:nvGrpSpPr>
      <p:grpSpPr>
        <a:xfrm>
          <a:off x="0" y="0"/>
          <a:ext cx="0" cy="0"/>
          <a:chOff x="0" y="0"/>
          <a:chExt cx="0" cy="0"/>
        </a:xfrm>
      </p:grpSpPr>
    </p:spTree>
    <p:extLst>
      <p:ext uri="{BB962C8B-B14F-4D97-AF65-F5344CB8AC3E}">
        <p14:creationId xmlns:p14="http://schemas.microsoft.com/office/powerpoint/2010/main" val="155262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a:xfrm>
            <a:off x="495300" y="274638"/>
            <a:ext cx="8915400" cy="1143000"/>
          </a:xfrm>
          <a:prstGeom prst="rect">
            <a:avLst/>
          </a:prstGeom>
        </p:spPr>
        <p:txBody>
          <a:bodyPr lIns="91407" tIns="45704" rIns="91407" bIns="45704"/>
          <a:lstStyle/>
          <a:p>
            <a:r>
              <a:rPr lang="ko-KR" altLang="en-US"/>
              <a:t>마스터 제목 스타일 편집</a:t>
            </a:r>
          </a:p>
        </p:txBody>
      </p:sp>
      <p:sp>
        <p:nvSpPr>
          <p:cNvPr id="3" name="내용 개체 틀 2"/>
          <p:cNvSpPr>
            <a:spLocks noGrp="1"/>
          </p:cNvSpPr>
          <p:nvPr>
            <p:ph idx="1"/>
          </p:nvPr>
        </p:nvSpPr>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Tree>
    <p:extLst>
      <p:ext uri="{BB962C8B-B14F-4D97-AF65-F5344CB8AC3E}">
        <p14:creationId xmlns:p14="http://schemas.microsoft.com/office/powerpoint/2010/main" val="11808338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빈 화면">
    <p:spTree>
      <p:nvGrpSpPr>
        <p:cNvPr id="1" name=""/>
        <p:cNvGrpSpPr/>
        <p:nvPr/>
      </p:nvGrpSpPr>
      <p:grpSpPr>
        <a:xfrm>
          <a:off x="0" y="0"/>
          <a:ext cx="0" cy="0"/>
          <a:chOff x="0" y="0"/>
          <a:chExt cx="0" cy="0"/>
        </a:xfrm>
      </p:grpSpPr>
    </p:spTree>
    <p:extLst>
      <p:ext uri="{BB962C8B-B14F-4D97-AF65-F5344CB8AC3E}">
        <p14:creationId xmlns:p14="http://schemas.microsoft.com/office/powerpoint/2010/main" val="261097999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_빈 화면">
    <p:spTree>
      <p:nvGrpSpPr>
        <p:cNvPr id="1" name=""/>
        <p:cNvGrpSpPr/>
        <p:nvPr/>
      </p:nvGrpSpPr>
      <p:grpSpPr>
        <a:xfrm>
          <a:off x="0" y="0"/>
          <a:ext cx="0" cy="0"/>
          <a:chOff x="0" y="0"/>
          <a:chExt cx="0" cy="0"/>
        </a:xfrm>
      </p:grpSpPr>
    </p:spTree>
    <p:extLst>
      <p:ext uri="{BB962C8B-B14F-4D97-AF65-F5344CB8AC3E}">
        <p14:creationId xmlns:p14="http://schemas.microsoft.com/office/powerpoint/2010/main" val="374581627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제목 슬라이드">
    <p:spTree>
      <p:nvGrpSpPr>
        <p:cNvPr id="1" name=""/>
        <p:cNvGrpSpPr/>
        <p:nvPr/>
      </p:nvGrpSpPr>
      <p:grpSpPr>
        <a:xfrm>
          <a:off x="0" y="0"/>
          <a:ext cx="0" cy="0"/>
          <a:chOff x="0" y="0"/>
          <a:chExt cx="0" cy="0"/>
        </a:xfrm>
      </p:grpSpPr>
    </p:spTree>
    <p:extLst>
      <p:ext uri="{BB962C8B-B14F-4D97-AF65-F5344CB8AC3E}">
        <p14:creationId xmlns:p14="http://schemas.microsoft.com/office/powerpoint/2010/main" val="272366016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제목 슬라이드">
    <p:spTree>
      <p:nvGrpSpPr>
        <p:cNvPr id="1" name=""/>
        <p:cNvGrpSpPr/>
        <p:nvPr/>
      </p:nvGrpSpPr>
      <p:grpSpPr>
        <a:xfrm>
          <a:off x="0" y="0"/>
          <a:ext cx="0" cy="0"/>
          <a:chOff x="0" y="0"/>
          <a:chExt cx="0" cy="0"/>
        </a:xfrm>
      </p:grpSpPr>
    </p:spTree>
    <p:extLst>
      <p:ext uri="{BB962C8B-B14F-4D97-AF65-F5344CB8AC3E}">
        <p14:creationId xmlns:p14="http://schemas.microsoft.com/office/powerpoint/2010/main" val="147362588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_빈 화면">
    <p:spTree>
      <p:nvGrpSpPr>
        <p:cNvPr id="1" name=""/>
        <p:cNvGrpSpPr/>
        <p:nvPr/>
      </p:nvGrpSpPr>
      <p:grpSpPr>
        <a:xfrm>
          <a:off x="0" y="0"/>
          <a:ext cx="0" cy="0"/>
          <a:chOff x="0" y="0"/>
          <a:chExt cx="0" cy="0"/>
        </a:xfrm>
      </p:grpSpPr>
    </p:spTree>
    <p:extLst>
      <p:ext uri="{BB962C8B-B14F-4D97-AF65-F5344CB8AC3E}">
        <p14:creationId xmlns:p14="http://schemas.microsoft.com/office/powerpoint/2010/main" val="370885727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제목 슬라이드">
    <p:spTree>
      <p:nvGrpSpPr>
        <p:cNvPr id="1" name=""/>
        <p:cNvGrpSpPr/>
        <p:nvPr/>
      </p:nvGrpSpPr>
      <p:grpSpPr>
        <a:xfrm>
          <a:off x="0" y="0"/>
          <a:ext cx="0" cy="0"/>
          <a:chOff x="0" y="0"/>
          <a:chExt cx="0" cy="0"/>
        </a:xfrm>
      </p:grpSpPr>
    </p:spTree>
    <p:extLst>
      <p:ext uri="{BB962C8B-B14F-4D97-AF65-F5344CB8AC3E}">
        <p14:creationId xmlns:p14="http://schemas.microsoft.com/office/powerpoint/2010/main" val="80731616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제목 슬라이드">
    <p:spTree>
      <p:nvGrpSpPr>
        <p:cNvPr id="1" name=""/>
        <p:cNvGrpSpPr/>
        <p:nvPr/>
      </p:nvGrpSpPr>
      <p:grpSpPr>
        <a:xfrm>
          <a:off x="0" y="0"/>
          <a:ext cx="0" cy="0"/>
          <a:chOff x="0" y="0"/>
          <a:chExt cx="0" cy="0"/>
        </a:xfrm>
      </p:grpSpPr>
    </p:spTree>
    <p:extLst>
      <p:ext uri="{BB962C8B-B14F-4D97-AF65-F5344CB8AC3E}">
        <p14:creationId xmlns:p14="http://schemas.microsoft.com/office/powerpoint/2010/main" val="122298021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제목 슬라이드">
    <p:spTree>
      <p:nvGrpSpPr>
        <p:cNvPr id="1" name=""/>
        <p:cNvGrpSpPr/>
        <p:nvPr/>
      </p:nvGrpSpPr>
      <p:grpSpPr>
        <a:xfrm>
          <a:off x="0" y="0"/>
          <a:ext cx="0" cy="0"/>
          <a:chOff x="0" y="0"/>
          <a:chExt cx="0" cy="0"/>
        </a:xfrm>
      </p:grpSpPr>
    </p:spTree>
    <p:extLst>
      <p:ext uri="{BB962C8B-B14F-4D97-AF65-F5344CB8AC3E}">
        <p14:creationId xmlns:p14="http://schemas.microsoft.com/office/powerpoint/2010/main" val="361946470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5.xml"/><Relationship Id="rId1" Type="http://schemas.openxmlformats.org/officeDocument/2006/relationships/slideLayout" Target="../slideLayouts/slideLayout4.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7.xml"/><Relationship Id="rId1" Type="http://schemas.openxmlformats.org/officeDocument/2006/relationships/slideLayout" Target="../slideLayouts/slideLayout6.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15.xml"/><Relationship Id="rId3" Type="http://schemas.openxmlformats.org/officeDocument/2006/relationships/slideLayout" Target="../slideLayouts/slideLayout10.xml"/><Relationship Id="rId7" Type="http://schemas.openxmlformats.org/officeDocument/2006/relationships/slideLayout" Target="../slideLayouts/slideLayout14.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slideLayout" Target="../slideLayouts/slideLayout13.xml"/><Relationship Id="rId5" Type="http://schemas.openxmlformats.org/officeDocument/2006/relationships/slideLayout" Target="../slideLayouts/slideLayout12.xml"/><Relationship Id="rId4" Type="http://schemas.openxmlformats.org/officeDocument/2006/relationships/slideLayout" Target="../slideLayouts/slideLayout11.xml"/><Relationship Id="rId9"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slideLayout" Target="../slideLayouts/slideLayout17.xml"/><Relationship Id="rId1" Type="http://schemas.openxmlformats.org/officeDocument/2006/relationships/slideLayout" Target="../slideLayouts/slideLayout16.xml"/><Relationship Id="rId5" Type="http://schemas.openxmlformats.org/officeDocument/2006/relationships/theme" Target="../theme/theme6.xml"/><Relationship Id="rId4" Type="http://schemas.openxmlformats.org/officeDocument/2006/relationships/slideLayout" Target="../slideLayouts/slideLayout19.xml"/></Relationships>
</file>

<file path=ppt/slideMasters/_rels/slideMaster7.xml.rels><?xml version="1.0" encoding="UTF-8" standalone="yes"?>
<Relationships xmlns="http://schemas.openxmlformats.org/package/2006/relationships"><Relationship Id="rId3" Type="http://schemas.openxmlformats.org/officeDocument/2006/relationships/theme" Target="../theme/theme7.xml"/><Relationship Id="rId2" Type="http://schemas.openxmlformats.org/officeDocument/2006/relationships/slideLayout" Target="../slideLayouts/slideLayout21.xml"/><Relationship Id="rId1" Type="http://schemas.openxmlformats.org/officeDocument/2006/relationships/slideLayout" Target="../slideLayouts/slideLayout20.xml"/></Relationships>
</file>

<file path=ppt/slideMasters/_rels/slideMaster8.xml.rels><?xml version="1.0" encoding="UTF-8" standalone="yes"?>
<Relationships xmlns="http://schemas.openxmlformats.org/package/2006/relationships"><Relationship Id="rId2" Type="http://schemas.openxmlformats.org/officeDocument/2006/relationships/theme" Target="../theme/theme8.xml"/><Relationship Id="rId1" Type="http://schemas.openxmlformats.org/officeDocument/2006/relationships/slideLayout" Target="../slideLayouts/slideLayout22.xml"/></Relationships>
</file>

<file path=ppt/slideMasters/_rels/slideMaster9.xml.rels><?xml version="1.0" encoding="UTF-8" standalone="yes"?>
<Relationships xmlns="http://schemas.openxmlformats.org/package/2006/relationships"><Relationship Id="rId2" Type="http://schemas.openxmlformats.org/officeDocument/2006/relationships/theme" Target="../theme/theme9.xml"/><Relationship Id="rId1" Type="http://schemas.openxmlformats.org/officeDocument/2006/relationships/slideLayout" Target="../slideLayouts/slideLayout23.xml"/></Relationships>
</file>

<file path=ppt/slideMasters/_rels/slideMaster10.xml.rels><?xml version="1.0" encoding="UTF-8" standalone="yes"?>
<Relationships xmlns="http://schemas.openxmlformats.org/package/2006/relationships"><Relationship Id="rId2" Type="http://schemas.openxmlformats.org/officeDocument/2006/relationships/theme" Target="../theme/theme10.xml"/><Relationship Id="rId1"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title"/>
          </p:nvPr>
        </p:nvSpPr>
        <p:spPr bwMode="auto">
          <a:xfrm>
            <a:off x="488950" y="149225"/>
            <a:ext cx="8420100" cy="396875"/>
          </a:xfrm>
          <a:prstGeom prst="rect">
            <a:avLst/>
          </a:prstGeom>
          <a:noFill/>
          <a:ln>
            <a:noFill/>
          </a:ln>
          <a:effectLst>
            <a:outerShdw dist="17961" dir="2700000" algn="ctr" rotWithShape="0">
              <a:schemeClr val="tx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spAutoFit/>
          </a:bodyPr>
          <a:lstStyle/>
          <a:p>
            <a:pPr lvl="0"/>
            <a:r>
              <a:rPr lang="ko-KR" altLang="en-US"/>
              <a:t>마스터 제목 스타일 편집</a:t>
            </a:r>
          </a:p>
        </p:txBody>
      </p:sp>
      <p:sp>
        <p:nvSpPr>
          <p:cNvPr id="1027" name="Rectangle 4"/>
          <p:cNvSpPr>
            <a:spLocks noGrp="1" noChangeArrowheads="1"/>
          </p:cNvSpPr>
          <p:nvPr>
            <p:ph type="body" idx="1"/>
          </p:nvPr>
        </p:nvSpPr>
        <p:spPr bwMode="auto">
          <a:xfrm>
            <a:off x="742950" y="1600200"/>
            <a:ext cx="84201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3098629" name="Rectangle 5"/>
          <p:cNvSpPr>
            <a:spLocks noGrp="1" noChangeArrowheads="1"/>
          </p:cNvSpPr>
          <p:nvPr>
            <p:ph type="sldNum" sz="quarter" idx="4"/>
          </p:nvPr>
        </p:nvSpPr>
        <p:spPr bwMode="auto">
          <a:xfrm>
            <a:off x="9534525" y="6692900"/>
            <a:ext cx="330200" cy="152400"/>
          </a:xfrm>
          <a:prstGeom prst="rect">
            <a:avLst/>
          </a:prstGeom>
          <a:noFill/>
          <a:ln>
            <a:noFill/>
          </a:ln>
          <a:effectLst/>
        </p:spPr>
        <p:txBody>
          <a:bodyPr vert="horz" wrap="square" lIns="0" tIns="0" rIns="0" bIns="0" numCol="1" anchor="t" anchorCtr="0" compatLnSpc="1">
            <a:prstTxWarp prst="textNoShape">
              <a:avLst/>
            </a:prstTxWarp>
            <a:spAutoFit/>
          </a:bodyPr>
          <a:lstStyle>
            <a:lvl1pPr algn="r" eaLnBrk="1" latinLnBrk="1" hangingPunct="1">
              <a:defRPr sz="1000">
                <a:solidFill>
                  <a:srgbClr val="000000"/>
                </a:solidFill>
                <a:latin typeface="Times New Roman" pitchFamily="18" charset="0"/>
                <a:ea typeface="+mn-ea"/>
              </a:defRPr>
            </a:lvl1pPr>
          </a:lstStyle>
          <a:p>
            <a:pPr>
              <a:defRPr/>
            </a:pPr>
            <a:fld id="{BF3E1A70-8405-4319-AD05-7599D615B23B}" type="slidenum">
              <a:rPr lang="ko-KR" altLang="en-US"/>
              <a:pPr>
                <a:defRPr/>
              </a:pPr>
              <a:t>‹#›</a:t>
            </a:fld>
            <a:endParaRPr lang="en-US" altLang="ko-KR"/>
          </a:p>
        </p:txBody>
      </p:sp>
      <p:sp>
        <p:nvSpPr>
          <p:cNvPr id="1029" name="Line 6"/>
          <p:cNvSpPr>
            <a:spLocks noChangeShapeType="1"/>
          </p:cNvSpPr>
          <p:nvPr userDrawn="1"/>
        </p:nvSpPr>
        <p:spPr bwMode="auto">
          <a:xfrm>
            <a:off x="74613" y="638175"/>
            <a:ext cx="9756775" cy="0"/>
          </a:xfrm>
          <a:prstGeom prst="line">
            <a:avLst/>
          </a:prstGeom>
          <a:noFill/>
          <a:ln w="38100">
            <a:solidFill>
              <a:srgbClr val="333333"/>
            </a:solidFill>
            <a:round/>
            <a:headEnd/>
            <a:tailEnd/>
          </a:ln>
          <a:extLst>
            <a:ext uri="{909E8E84-426E-40DD-AFC4-6F175D3DCCD1}">
              <a14:hiddenFill xmlns:a14="http://schemas.microsoft.com/office/drawing/2010/main">
                <a:noFill/>
              </a14:hiddenFill>
            </a:ext>
          </a:extLst>
        </p:spPr>
        <p:txBody>
          <a:bodyPr/>
          <a:lstStyle/>
          <a:p>
            <a:endParaRPr lang="ko-KR" altLang="en-US"/>
          </a:p>
        </p:txBody>
      </p:sp>
      <p:sp>
        <p:nvSpPr>
          <p:cNvPr id="6" name="슬라이드 번호 개체 틀 5"/>
          <p:cNvSpPr txBox="1">
            <a:spLocks/>
          </p:cNvSpPr>
          <p:nvPr userDrawn="1"/>
        </p:nvSpPr>
        <p:spPr>
          <a:xfrm>
            <a:off x="3794125" y="6669088"/>
            <a:ext cx="2311400" cy="133350"/>
          </a:xfrm>
          <a:prstGeom prst="rect">
            <a:avLst/>
          </a:prstGeom>
        </p:spPr>
        <p:txBody>
          <a:bodyPr anchor="ctr"/>
          <a:lstStyle>
            <a:defPPr>
              <a:defRPr lang="ko-KR"/>
            </a:defPPr>
            <a:lvl1pPr algn="r" rtl="0" fontAlgn="base" latinLnBrk="1">
              <a:spcBef>
                <a:spcPct val="0"/>
              </a:spcBef>
              <a:spcAft>
                <a:spcPct val="0"/>
              </a:spcAft>
              <a:defRPr kumimoji="1" sz="1200" kern="1200">
                <a:solidFill>
                  <a:schemeClr val="tx1">
                    <a:tint val="75000"/>
                  </a:schemeClr>
                </a:solidFill>
                <a:latin typeface="맑은 고딕" pitchFamily="50" charset="-127"/>
                <a:ea typeface="맑은 고딕" pitchFamily="50" charset="-127"/>
                <a:cs typeface="+mn-cs"/>
              </a:defRPr>
            </a:lvl1pPr>
            <a:lvl2pPr marL="457200" algn="l" rtl="0" fontAlgn="base" latinLnBrk="1">
              <a:spcBef>
                <a:spcPct val="0"/>
              </a:spcBef>
              <a:spcAft>
                <a:spcPct val="0"/>
              </a:spcAft>
              <a:defRPr kumimoji="1" sz="2400" kern="1200">
                <a:solidFill>
                  <a:schemeClr val="tx1"/>
                </a:solidFill>
                <a:latin typeface="맑은 고딕" pitchFamily="50" charset="-127"/>
                <a:ea typeface="맑은 고딕" pitchFamily="50" charset="-127"/>
                <a:cs typeface="+mn-cs"/>
              </a:defRPr>
            </a:lvl2pPr>
            <a:lvl3pPr marL="914400" algn="l" rtl="0" fontAlgn="base" latinLnBrk="1">
              <a:spcBef>
                <a:spcPct val="0"/>
              </a:spcBef>
              <a:spcAft>
                <a:spcPct val="0"/>
              </a:spcAft>
              <a:defRPr kumimoji="1" sz="2400" kern="1200">
                <a:solidFill>
                  <a:schemeClr val="tx1"/>
                </a:solidFill>
                <a:latin typeface="맑은 고딕" pitchFamily="50" charset="-127"/>
                <a:ea typeface="맑은 고딕" pitchFamily="50" charset="-127"/>
                <a:cs typeface="+mn-cs"/>
              </a:defRPr>
            </a:lvl3pPr>
            <a:lvl4pPr marL="1371600" algn="l" rtl="0" fontAlgn="base" latinLnBrk="1">
              <a:spcBef>
                <a:spcPct val="0"/>
              </a:spcBef>
              <a:spcAft>
                <a:spcPct val="0"/>
              </a:spcAft>
              <a:defRPr kumimoji="1" sz="2400" kern="1200">
                <a:solidFill>
                  <a:schemeClr val="tx1"/>
                </a:solidFill>
                <a:latin typeface="맑은 고딕" pitchFamily="50" charset="-127"/>
                <a:ea typeface="맑은 고딕" pitchFamily="50" charset="-127"/>
                <a:cs typeface="+mn-cs"/>
              </a:defRPr>
            </a:lvl4pPr>
            <a:lvl5pPr marL="1828800" algn="l" rtl="0" fontAlgn="base" latinLnBrk="1">
              <a:spcBef>
                <a:spcPct val="0"/>
              </a:spcBef>
              <a:spcAft>
                <a:spcPct val="0"/>
              </a:spcAft>
              <a:defRPr kumimoji="1" sz="2400" kern="1200">
                <a:solidFill>
                  <a:schemeClr val="tx1"/>
                </a:solidFill>
                <a:latin typeface="맑은 고딕" pitchFamily="50" charset="-127"/>
                <a:ea typeface="맑은 고딕" pitchFamily="50" charset="-127"/>
                <a:cs typeface="+mn-cs"/>
              </a:defRPr>
            </a:lvl5pPr>
            <a:lvl6pPr marL="2286000" algn="l" defTabSz="914400" rtl="0" eaLnBrk="1" latinLnBrk="1" hangingPunct="1">
              <a:defRPr kumimoji="1" sz="2400" kern="1200">
                <a:solidFill>
                  <a:schemeClr val="tx1"/>
                </a:solidFill>
                <a:latin typeface="맑은 고딕" pitchFamily="50" charset="-127"/>
                <a:ea typeface="맑은 고딕" pitchFamily="50" charset="-127"/>
                <a:cs typeface="+mn-cs"/>
              </a:defRPr>
            </a:lvl6pPr>
            <a:lvl7pPr marL="2743200" algn="l" defTabSz="914400" rtl="0" eaLnBrk="1" latinLnBrk="1" hangingPunct="1">
              <a:defRPr kumimoji="1" sz="2400" kern="1200">
                <a:solidFill>
                  <a:schemeClr val="tx1"/>
                </a:solidFill>
                <a:latin typeface="맑은 고딕" pitchFamily="50" charset="-127"/>
                <a:ea typeface="맑은 고딕" pitchFamily="50" charset="-127"/>
                <a:cs typeface="+mn-cs"/>
              </a:defRPr>
            </a:lvl7pPr>
            <a:lvl8pPr marL="3200400" algn="l" defTabSz="914400" rtl="0" eaLnBrk="1" latinLnBrk="1" hangingPunct="1">
              <a:defRPr kumimoji="1" sz="2400" kern="1200">
                <a:solidFill>
                  <a:schemeClr val="tx1"/>
                </a:solidFill>
                <a:latin typeface="맑은 고딕" pitchFamily="50" charset="-127"/>
                <a:ea typeface="맑은 고딕" pitchFamily="50" charset="-127"/>
                <a:cs typeface="+mn-cs"/>
              </a:defRPr>
            </a:lvl8pPr>
            <a:lvl9pPr marL="3657600" algn="l" defTabSz="914400" rtl="0" eaLnBrk="1" latinLnBrk="1" hangingPunct="1">
              <a:defRPr kumimoji="1" sz="2400" kern="1200">
                <a:solidFill>
                  <a:schemeClr val="tx1"/>
                </a:solidFill>
                <a:latin typeface="맑은 고딕" pitchFamily="50" charset="-127"/>
                <a:ea typeface="맑은 고딕" pitchFamily="50" charset="-127"/>
                <a:cs typeface="+mn-cs"/>
              </a:defRPr>
            </a:lvl9pPr>
          </a:lstStyle>
          <a:p>
            <a:pPr algn="ctr" eaLnBrk="1" hangingPunct="1">
              <a:defRPr/>
            </a:pPr>
            <a:fld id="{4FCE5C35-6619-4DB3-8B2C-E4CA67E0DB23}" type="slidenum">
              <a:rPr lang="ko-KR" altLang="en-US" sz="1000" smtClean="0">
                <a:solidFill>
                  <a:schemeClr val="tx1"/>
                </a:solidFill>
              </a:rPr>
              <a:pPr algn="ctr" eaLnBrk="1" hangingPunct="1">
                <a:defRPr/>
              </a:pPr>
              <a:t>‹#›</a:t>
            </a:fld>
            <a:endParaRPr lang="ko-KR" altLang="en-US" sz="1000">
              <a:solidFill>
                <a:schemeClr val="tx1"/>
              </a:solidFill>
            </a:endParaRPr>
          </a:p>
        </p:txBody>
      </p:sp>
    </p:spTree>
  </p:cSld>
  <p:clrMap bg1="lt1" tx1="dk1" bg2="lt2" tx2="dk2" accent1="accent1" accent2="accent2" accent3="accent3" accent4="accent4" accent5="accent5" accent6="accent6" hlink="hlink" folHlink="folHlink"/>
  <p:sldLayoutIdLst>
    <p:sldLayoutId id="2147484613" r:id="rId1"/>
    <p:sldLayoutId id="2147484615" r:id="rId2"/>
  </p:sldLayoutIdLst>
  <p:hf hdr="0" ftr="0" dt="0"/>
  <p:txStyles>
    <p:titleStyle>
      <a:lvl1pPr algn="l" rtl="0" eaLnBrk="0" fontAlgn="base" latinLnBrk="1" hangingPunct="0">
        <a:spcBef>
          <a:spcPct val="0"/>
        </a:spcBef>
        <a:spcAft>
          <a:spcPct val="0"/>
        </a:spcAft>
        <a:defRPr kumimoji="1" sz="2600" b="1">
          <a:solidFill>
            <a:schemeClr val="bg1"/>
          </a:solidFill>
          <a:latin typeface="+mj-lt"/>
          <a:ea typeface="+mj-ea"/>
          <a:cs typeface="+mj-cs"/>
        </a:defRPr>
      </a:lvl1pPr>
      <a:lvl2pPr algn="l" rtl="0" eaLnBrk="0" fontAlgn="base" latinLnBrk="1" hangingPunct="0">
        <a:spcBef>
          <a:spcPct val="0"/>
        </a:spcBef>
        <a:spcAft>
          <a:spcPct val="0"/>
        </a:spcAft>
        <a:defRPr kumimoji="1" sz="2600" b="1">
          <a:solidFill>
            <a:schemeClr val="bg1"/>
          </a:solidFill>
          <a:latin typeface="굴림" pitchFamily="50" charset="-127"/>
          <a:ea typeface="굴림" pitchFamily="50" charset="-127"/>
        </a:defRPr>
      </a:lvl2pPr>
      <a:lvl3pPr algn="l" rtl="0" eaLnBrk="0" fontAlgn="base" latinLnBrk="1" hangingPunct="0">
        <a:spcBef>
          <a:spcPct val="0"/>
        </a:spcBef>
        <a:spcAft>
          <a:spcPct val="0"/>
        </a:spcAft>
        <a:defRPr kumimoji="1" sz="2600" b="1">
          <a:solidFill>
            <a:schemeClr val="bg1"/>
          </a:solidFill>
          <a:latin typeface="굴림" pitchFamily="50" charset="-127"/>
          <a:ea typeface="굴림" pitchFamily="50" charset="-127"/>
        </a:defRPr>
      </a:lvl3pPr>
      <a:lvl4pPr algn="l" rtl="0" eaLnBrk="0" fontAlgn="base" latinLnBrk="1" hangingPunct="0">
        <a:spcBef>
          <a:spcPct val="0"/>
        </a:spcBef>
        <a:spcAft>
          <a:spcPct val="0"/>
        </a:spcAft>
        <a:defRPr kumimoji="1" sz="2600" b="1">
          <a:solidFill>
            <a:schemeClr val="bg1"/>
          </a:solidFill>
          <a:latin typeface="굴림" pitchFamily="50" charset="-127"/>
          <a:ea typeface="굴림" pitchFamily="50" charset="-127"/>
        </a:defRPr>
      </a:lvl4pPr>
      <a:lvl5pPr algn="l" rtl="0" eaLnBrk="0" fontAlgn="base" latinLnBrk="1" hangingPunct="0">
        <a:spcBef>
          <a:spcPct val="0"/>
        </a:spcBef>
        <a:spcAft>
          <a:spcPct val="0"/>
        </a:spcAft>
        <a:defRPr kumimoji="1" sz="2600" b="1">
          <a:solidFill>
            <a:schemeClr val="bg1"/>
          </a:solidFill>
          <a:latin typeface="굴림" pitchFamily="50" charset="-127"/>
          <a:ea typeface="굴림" pitchFamily="50" charset="-127"/>
        </a:defRPr>
      </a:lvl5pPr>
      <a:lvl6pPr marL="457200" algn="l" rtl="0" fontAlgn="base" latinLnBrk="1">
        <a:spcBef>
          <a:spcPct val="0"/>
        </a:spcBef>
        <a:spcAft>
          <a:spcPct val="0"/>
        </a:spcAft>
        <a:defRPr kumimoji="1" sz="2600" b="1">
          <a:solidFill>
            <a:schemeClr val="bg1"/>
          </a:solidFill>
          <a:latin typeface="굴림" pitchFamily="50" charset="-127"/>
          <a:ea typeface="굴림" pitchFamily="50" charset="-127"/>
        </a:defRPr>
      </a:lvl6pPr>
      <a:lvl7pPr marL="914400" algn="l" rtl="0" fontAlgn="base" latinLnBrk="1">
        <a:spcBef>
          <a:spcPct val="0"/>
        </a:spcBef>
        <a:spcAft>
          <a:spcPct val="0"/>
        </a:spcAft>
        <a:defRPr kumimoji="1" sz="2600" b="1">
          <a:solidFill>
            <a:schemeClr val="bg1"/>
          </a:solidFill>
          <a:latin typeface="굴림" pitchFamily="50" charset="-127"/>
          <a:ea typeface="굴림" pitchFamily="50" charset="-127"/>
        </a:defRPr>
      </a:lvl7pPr>
      <a:lvl8pPr marL="1371600" algn="l" rtl="0" fontAlgn="base" latinLnBrk="1">
        <a:spcBef>
          <a:spcPct val="0"/>
        </a:spcBef>
        <a:spcAft>
          <a:spcPct val="0"/>
        </a:spcAft>
        <a:defRPr kumimoji="1" sz="2600" b="1">
          <a:solidFill>
            <a:schemeClr val="bg1"/>
          </a:solidFill>
          <a:latin typeface="굴림" pitchFamily="50" charset="-127"/>
          <a:ea typeface="굴림" pitchFamily="50" charset="-127"/>
        </a:defRPr>
      </a:lvl8pPr>
      <a:lvl9pPr marL="1828800" algn="l" rtl="0" fontAlgn="base" latinLnBrk="1">
        <a:spcBef>
          <a:spcPct val="0"/>
        </a:spcBef>
        <a:spcAft>
          <a:spcPct val="0"/>
        </a:spcAft>
        <a:defRPr kumimoji="1" sz="2600" b="1">
          <a:solidFill>
            <a:schemeClr val="bg1"/>
          </a:solidFill>
          <a:latin typeface="굴림" pitchFamily="50" charset="-127"/>
          <a:ea typeface="굴림" pitchFamily="50" charset="-127"/>
        </a:defRPr>
      </a:lvl9pPr>
    </p:titleStyle>
    <p:bodyStyle>
      <a:lvl1pPr marL="342900" indent="-342900" algn="l" rtl="0" eaLnBrk="0" fontAlgn="base" latinLnBrk="1" hangingPunct="0">
        <a:spcBef>
          <a:spcPct val="20000"/>
        </a:spcBef>
        <a:spcAft>
          <a:spcPct val="0"/>
        </a:spcAft>
        <a:buChar char="•"/>
        <a:defRPr kumimoji="1" sz="14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1400">
          <a:solidFill>
            <a:schemeClr val="tx1"/>
          </a:solidFill>
          <a:latin typeface="+mn-lt"/>
          <a:ea typeface="+mn-ea"/>
        </a:defRPr>
      </a:lvl2pPr>
      <a:lvl3pPr marL="1143000" indent="-228600" algn="l" rtl="0" eaLnBrk="0" fontAlgn="base" latinLnBrk="1" hangingPunct="0">
        <a:spcBef>
          <a:spcPct val="20000"/>
        </a:spcBef>
        <a:spcAft>
          <a:spcPct val="0"/>
        </a:spcAft>
        <a:buChar char="•"/>
        <a:defRPr kumimoji="1" sz="1400">
          <a:solidFill>
            <a:schemeClr val="tx1"/>
          </a:solidFill>
          <a:latin typeface="+mn-lt"/>
          <a:ea typeface="+mn-ea"/>
        </a:defRPr>
      </a:lvl3pPr>
      <a:lvl4pPr marL="1600200" indent="-228600" algn="l" rtl="0" eaLnBrk="0" fontAlgn="base" latinLnBrk="1" hangingPunct="0">
        <a:spcBef>
          <a:spcPct val="20000"/>
        </a:spcBef>
        <a:spcAft>
          <a:spcPct val="0"/>
        </a:spcAft>
        <a:buChar char="–"/>
        <a:defRPr kumimoji="1" sz="1400">
          <a:solidFill>
            <a:schemeClr val="tx1"/>
          </a:solidFill>
          <a:latin typeface="+mn-lt"/>
          <a:ea typeface="+mn-ea"/>
        </a:defRPr>
      </a:lvl4pPr>
      <a:lvl5pPr marL="2057400" indent="-228600" algn="l" rtl="0" eaLnBrk="0" fontAlgn="base" latinLnBrk="1" hangingPunct="0">
        <a:spcBef>
          <a:spcPct val="20000"/>
        </a:spcBef>
        <a:spcAft>
          <a:spcPct val="0"/>
        </a:spcAft>
        <a:buChar char="»"/>
        <a:defRPr kumimoji="1" sz="1400">
          <a:solidFill>
            <a:schemeClr val="tx1"/>
          </a:solidFill>
          <a:latin typeface="+mn-lt"/>
          <a:ea typeface="+mn-ea"/>
        </a:defRPr>
      </a:lvl5pPr>
      <a:lvl6pPr marL="2514600" indent="-228600" algn="l" rtl="0" fontAlgn="base" latinLnBrk="1">
        <a:spcBef>
          <a:spcPct val="20000"/>
        </a:spcBef>
        <a:spcAft>
          <a:spcPct val="0"/>
        </a:spcAft>
        <a:buChar char="»"/>
        <a:defRPr kumimoji="1" sz="1400">
          <a:solidFill>
            <a:schemeClr val="tx1"/>
          </a:solidFill>
          <a:latin typeface="+mn-lt"/>
          <a:ea typeface="+mn-ea"/>
        </a:defRPr>
      </a:lvl6pPr>
      <a:lvl7pPr marL="2971800" indent="-228600" algn="l" rtl="0" fontAlgn="base" latinLnBrk="1">
        <a:spcBef>
          <a:spcPct val="20000"/>
        </a:spcBef>
        <a:spcAft>
          <a:spcPct val="0"/>
        </a:spcAft>
        <a:buChar char="»"/>
        <a:defRPr kumimoji="1" sz="1400">
          <a:solidFill>
            <a:schemeClr val="tx1"/>
          </a:solidFill>
          <a:latin typeface="+mn-lt"/>
          <a:ea typeface="+mn-ea"/>
        </a:defRPr>
      </a:lvl7pPr>
      <a:lvl8pPr marL="3429000" indent="-228600" algn="l" rtl="0" fontAlgn="base" latinLnBrk="1">
        <a:spcBef>
          <a:spcPct val="20000"/>
        </a:spcBef>
        <a:spcAft>
          <a:spcPct val="0"/>
        </a:spcAft>
        <a:buChar char="»"/>
        <a:defRPr kumimoji="1" sz="1400">
          <a:solidFill>
            <a:schemeClr val="tx1"/>
          </a:solidFill>
          <a:latin typeface="+mn-lt"/>
          <a:ea typeface="+mn-ea"/>
        </a:defRPr>
      </a:lvl8pPr>
      <a:lvl9pPr marL="3886200" indent="-228600" algn="l" rtl="0" fontAlgn="base" latinLnBrk="1">
        <a:spcBef>
          <a:spcPct val="20000"/>
        </a:spcBef>
        <a:spcAft>
          <a:spcPct val="0"/>
        </a:spcAft>
        <a:buChar char="»"/>
        <a:defRPr kumimoji="1" sz="1400">
          <a:solidFill>
            <a:schemeClr val="tx1"/>
          </a:solidFill>
          <a:latin typeface="+mn-lt"/>
          <a:ea typeface="+mn-ea"/>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Rectangle 3"/>
          <p:cNvSpPr>
            <a:spLocks noGrp="1" noChangeArrowheads="1"/>
          </p:cNvSpPr>
          <p:nvPr>
            <p:ph type="body" idx="1"/>
          </p:nvPr>
        </p:nvSpPr>
        <p:spPr bwMode="auto">
          <a:xfrm>
            <a:off x="742950" y="1371600"/>
            <a:ext cx="8585200" cy="472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357" tIns="45680" rIns="91357" bIns="45680" numCol="1" anchor="t" anchorCtr="0" compatLnSpc="1">
            <a:prstTxWarp prst="textNoShape">
              <a:avLst/>
            </a:prstTxWarp>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Tree>
  </p:cSld>
  <p:clrMap bg1="lt1" tx1="dk1" bg2="lt2" tx2="dk2" accent1="accent1" accent2="accent2" accent3="accent3" accent4="accent4" accent5="accent5" accent6="accent6" hlink="hlink" folHlink="folHlink"/>
  <p:sldLayoutIdLst>
    <p:sldLayoutId id="2147484602" r:id="rId1"/>
  </p:sldLayoutIdLst>
  <p:hf hdr="0" ftr="0" dt="0"/>
  <p:txStyles>
    <p:titleStyle>
      <a:lvl1pPr algn="l" rtl="0" eaLnBrk="0" fontAlgn="base" latinLnBrk="1" hangingPunct="0">
        <a:spcBef>
          <a:spcPct val="0"/>
        </a:spcBef>
        <a:spcAft>
          <a:spcPct val="0"/>
        </a:spcAft>
        <a:defRPr kumimoji="1" sz="2200">
          <a:solidFill>
            <a:schemeClr val="bg1"/>
          </a:solidFill>
          <a:latin typeface="+mj-lt"/>
          <a:ea typeface="+mj-ea"/>
          <a:cs typeface="+mj-cs"/>
        </a:defRPr>
      </a:lvl1pPr>
      <a:lvl2pPr algn="l" rtl="0" eaLnBrk="0" fontAlgn="base" latinLnBrk="1" hangingPunct="0">
        <a:spcBef>
          <a:spcPct val="0"/>
        </a:spcBef>
        <a:spcAft>
          <a:spcPct val="0"/>
        </a:spcAft>
        <a:defRPr kumimoji="1" sz="2200">
          <a:solidFill>
            <a:schemeClr val="bg1"/>
          </a:solidFill>
          <a:latin typeface="굴림" pitchFamily="50" charset="-127"/>
          <a:ea typeface="굴림" pitchFamily="50" charset="-127"/>
        </a:defRPr>
      </a:lvl2pPr>
      <a:lvl3pPr algn="l" rtl="0" eaLnBrk="0" fontAlgn="base" latinLnBrk="1" hangingPunct="0">
        <a:spcBef>
          <a:spcPct val="0"/>
        </a:spcBef>
        <a:spcAft>
          <a:spcPct val="0"/>
        </a:spcAft>
        <a:defRPr kumimoji="1" sz="2200">
          <a:solidFill>
            <a:schemeClr val="bg1"/>
          </a:solidFill>
          <a:latin typeface="굴림" pitchFamily="50" charset="-127"/>
          <a:ea typeface="굴림" pitchFamily="50" charset="-127"/>
        </a:defRPr>
      </a:lvl3pPr>
      <a:lvl4pPr algn="l" rtl="0" eaLnBrk="0" fontAlgn="base" latinLnBrk="1" hangingPunct="0">
        <a:spcBef>
          <a:spcPct val="0"/>
        </a:spcBef>
        <a:spcAft>
          <a:spcPct val="0"/>
        </a:spcAft>
        <a:defRPr kumimoji="1" sz="2200">
          <a:solidFill>
            <a:schemeClr val="bg1"/>
          </a:solidFill>
          <a:latin typeface="굴림" pitchFamily="50" charset="-127"/>
          <a:ea typeface="굴림" pitchFamily="50" charset="-127"/>
        </a:defRPr>
      </a:lvl4pPr>
      <a:lvl5pPr algn="l" rtl="0" eaLnBrk="0" fontAlgn="base" latinLnBrk="1" hangingPunct="0">
        <a:spcBef>
          <a:spcPct val="0"/>
        </a:spcBef>
        <a:spcAft>
          <a:spcPct val="0"/>
        </a:spcAft>
        <a:defRPr kumimoji="1" sz="2200">
          <a:solidFill>
            <a:schemeClr val="bg1"/>
          </a:solidFill>
          <a:latin typeface="굴림" pitchFamily="50" charset="-127"/>
          <a:ea typeface="굴림" pitchFamily="50" charset="-127"/>
        </a:defRPr>
      </a:lvl5pPr>
      <a:lvl6pPr marL="457200" algn="l" rtl="0" fontAlgn="base" latinLnBrk="1">
        <a:spcBef>
          <a:spcPct val="0"/>
        </a:spcBef>
        <a:spcAft>
          <a:spcPct val="0"/>
        </a:spcAft>
        <a:defRPr kumimoji="1" sz="2200">
          <a:solidFill>
            <a:schemeClr val="bg1"/>
          </a:solidFill>
          <a:latin typeface="굴림" pitchFamily="50" charset="-127"/>
          <a:ea typeface="굴림" pitchFamily="50" charset="-127"/>
        </a:defRPr>
      </a:lvl6pPr>
      <a:lvl7pPr marL="914400" algn="l" rtl="0" fontAlgn="base" latinLnBrk="1">
        <a:spcBef>
          <a:spcPct val="0"/>
        </a:spcBef>
        <a:spcAft>
          <a:spcPct val="0"/>
        </a:spcAft>
        <a:defRPr kumimoji="1" sz="2200">
          <a:solidFill>
            <a:schemeClr val="bg1"/>
          </a:solidFill>
          <a:latin typeface="굴림" pitchFamily="50" charset="-127"/>
          <a:ea typeface="굴림" pitchFamily="50" charset="-127"/>
        </a:defRPr>
      </a:lvl7pPr>
      <a:lvl8pPr marL="1371600" algn="l" rtl="0" fontAlgn="base" latinLnBrk="1">
        <a:spcBef>
          <a:spcPct val="0"/>
        </a:spcBef>
        <a:spcAft>
          <a:spcPct val="0"/>
        </a:spcAft>
        <a:defRPr kumimoji="1" sz="2200">
          <a:solidFill>
            <a:schemeClr val="bg1"/>
          </a:solidFill>
          <a:latin typeface="굴림" pitchFamily="50" charset="-127"/>
          <a:ea typeface="굴림" pitchFamily="50" charset="-127"/>
        </a:defRPr>
      </a:lvl8pPr>
      <a:lvl9pPr marL="1828800" algn="l" rtl="0" fontAlgn="base" latinLnBrk="1">
        <a:spcBef>
          <a:spcPct val="0"/>
        </a:spcBef>
        <a:spcAft>
          <a:spcPct val="0"/>
        </a:spcAft>
        <a:defRPr kumimoji="1" sz="2200">
          <a:solidFill>
            <a:schemeClr val="bg1"/>
          </a:solidFill>
          <a:latin typeface="굴림" pitchFamily="50" charset="-127"/>
          <a:ea typeface="굴림" pitchFamily="50" charset="-127"/>
        </a:defRPr>
      </a:lvl9pPr>
    </p:titleStyle>
    <p:bodyStyle>
      <a:lvl1pPr marL="342900" indent="-342900" algn="l" rtl="0" eaLnBrk="0" fontAlgn="base" latinLnBrk="1" hangingPunct="0">
        <a:spcBef>
          <a:spcPct val="20000"/>
        </a:spcBef>
        <a:spcAft>
          <a:spcPct val="0"/>
        </a:spcAft>
        <a:buClr>
          <a:schemeClr val="accent1"/>
        </a:buClr>
        <a:buSzPct val="75000"/>
        <a:buFont typeface="Wingdings" panose="05000000000000000000" pitchFamily="2" charset="2"/>
        <a:buChar char="£"/>
        <a:defRPr kumimoji="1" sz="3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800">
          <a:solidFill>
            <a:schemeClr val="tx1"/>
          </a:solidFill>
          <a:latin typeface="+mn-lt"/>
          <a:ea typeface="+mn-ea"/>
        </a:defRPr>
      </a:lvl2pPr>
      <a:lvl3pPr marL="1143000" indent="-228600" algn="l" rtl="0" eaLnBrk="0" fontAlgn="base" latinLnBrk="1" hangingPunct="0">
        <a:spcBef>
          <a:spcPct val="20000"/>
        </a:spcBef>
        <a:spcAft>
          <a:spcPct val="0"/>
        </a:spcAft>
        <a:buClr>
          <a:schemeClr val="accent1"/>
        </a:buClr>
        <a:buChar char="•"/>
        <a:defRPr kumimoji="1" sz="2400">
          <a:solidFill>
            <a:schemeClr val="tx1"/>
          </a:solidFill>
          <a:latin typeface="+mn-lt"/>
          <a:ea typeface="+mn-ea"/>
        </a:defRPr>
      </a:lvl3pPr>
      <a:lvl4pPr marL="1600200" indent="-228600" algn="l" rtl="0" eaLnBrk="0" fontAlgn="base" latinLnBrk="1" hangingPunct="0">
        <a:spcBef>
          <a:spcPct val="20000"/>
        </a:spcBef>
        <a:spcAft>
          <a:spcPct val="0"/>
        </a:spcAft>
        <a:buChar char="–"/>
        <a:defRPr kumimoji="1" sz="2000">
          <a:solidFill>
            <a:schemeClr val="tx1"/>
          </a:solidFill>
          <a:latin typeface="+mn-lt"/>
          <a:ea typeface="+mn-ea"/>
        </a:defRPr>
      </a:lvl4pPr>
      <a:lvl5pPr marL="2057400" indent="-230188" algn="l" rtl="0" eaLnBrk="0" fontAlgn="base" latinLnBrk="1" hangingPunct="0">
        <a:spcBef>
          <a:spcPct val="20000"/>
        </a:spcBef>
        <a:spcAft>
          <a:spcPct val="0"/>
        </a:spcAft>
        <a:buClr>
          <a:schemeClr val="accent1"/>
        </a:buClr>
        <a:buChar char="•"/>
        <a:defRPr kumimoji="1" sz="2000">
          <a:solidFill>
            <a:schemeClr val="tx1"/>
          </a:solidFill>
          <a:latin typeface="+mn-lt"/>
          <a:ea typeface="+mn-ea"/>
        </a:defRPr>
      </a:lvl5pPr>
      <a:lvl6pPr marL="2514600" indent="-230188" algn="l" rtl="0" fontAlgn="base" latinLnBrk="1">
        <a:spcBef>
          <a:spcPct val="20000"/>
        </a:spcBef>
        <a:spcAft>
          <a:spcPct val="0"/>
        </a:spcAft>
        <a:buClr>
          <a:schemeClr val="accent1"/>
        </a:buClr>
        <a:buChar char="•"/>
        <a:defRPr kumimoji="1" sz="2000">
          <a:solidFill>
            <a:schemeClr val="tx1"/>
          </a:solidFill>
          <a:latin typeface="+mn-lt"/>
          <a:ea typeface="+mn-ea"/>
        </a:defRPr>
      </a:lvl6pPr>
      <a:lvl7pPr marL="2971800" indent="-230188" algn="l" rtl="0" fontAlgn="base" latinLnBrk="1">
        <a:spcBef>
          <a:spcPct val="20000"/>
        </a:spcBef>
        <a:spcAft>
          <a:spcPct val="0"/>
        </a:spcAft>
        <a:buClr>
          <a:schemeClr val="accent1"/>
        </a:buClr>
        <a:buChar char="•"/>
        <a:defRPr kumimoji="1" sz="2000">
          <a:solidFill>
            <a:schemeClr val="tx1"/>
          </a:solidFill>
          <a:latin typeface="+mn-lt"/>
          <a:ea typeface="+mn-ea"/>
        </a:defRPr>
      </a:lvl7pPr>
      <a:lvl8pPr marL="3429000" indent="-230188" algn="l" rtl="0" fontAlgn="base" latinLnBrk="1">
        <a:spcBef>
          <a:spcPct val="20000"/>
        </a:spcBef>
        <a:spcAft>
          <a:spcPct val="0"/>
        </a:spcAft>
        <a:buClr>
          <a:schemeClr val="accent1"/>
        </a:buClr>
        <a:buChar char="•"/>
        <a:defRPr kumimoji="1" sz="2000">
          <a:solidFill>
            <a:schemeClr val="tx1"/>
          </a:solidFill>
          <a:latin typeface="+mn-lt"/>
          <a:ea typeface="+mn-ea"/>
        </a:defRPr>
      </a:lvl8pPr>
      <a:lvl9pPr marL="3886200" indent="-230188" algn="l" rtl="0" fontAlgn="base" latinLnBrk="1">
        <a:spcBef>
          <a:spcPct val="20000"/>
        </a:spcBef>
        <a:spcAft>
          <a:spcPct val="0"/>
        </a:spcAft>
        <a:buClr>
          <a:schemeClr val="accent1"/>
        </a:buClr>
        <a:buChar char="•"/>
        <a:defRPr kumimoji="1" sz="2000">
          <a:solidFill>
            <a:schemeClr val="tx1"/>
          </a:solidFill>
          <a:latin typeface="+mn-lt"/>
          <a:ea typeface="+mn-ea"/>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3074" name="Rectangle 3"/>
          <p:cNvSpPr>
            <a:spLocks noGrp="1" noChangeArrowheads="1"/>
          </p:cNvSpPr>
          <p:nvPr>
            <p:ph type="title"/>
          </p:nvPr>
        </p:nvSpPr>
        <p:spPr bwMode="auto">
          <a:xfrm>
            <a:off x="488950" y="149225"/>
            <a:ext cx="8420100" cy="396875"/>
          </a:xfrm>
          <a:prstGeom prst="rect">
            <a:avLst/>
          </a:prstGeom>
          <a:noFill/>
          <a:ln>
            <a:noFill/>
          </a:ln>
          <a:effectLst>
            <a:outerShdw dist="17961" dir="2700000" algn="ctr" rotWithShape="0">
              <a:schemeClr val="tx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spAutoFit/>
          </a:bodyPr>
          <a:lstStyle/>
          <a:p>
            <a:pPr lvl="0"/>
            <a:r>
              <a:rPr lang="ko-KR" altLang="en-US"/>
              <a:t>마스터 제목 스타일 편집</a:t>
            </a:r>
          </a:p>
        </p:txBody>
      </p:sp>
      <p:sp>
        <p:nvSpPr>
          <p:cNvPr id="3075" name="Rectangle 4"/>
          <p:cNvSpPr>
            <a:spLocks noGrp="1" noChangeArrowheads="1"/>
          </p:cNvSpPr>
          <p:nvPr>
            <p:ph type="body" idx="1"/>
          </p:nvPr>
        </p:nvSpPr>
        <p:spPr bwMode="auto">
          <a:xfrm>
            <a:off x="742950" y="1600200"/>
            <a:ext cx="84201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3098629" name="Rectangle 5"/>
          <p:cNvSpPr>
            <a:spLocks noGrp="1" noChangeArrowheads="1"/>
          </p:cNvSpPr>
          <p:nvPr>
            <p:ph type="sldNum" sz="quarter" idx="4"/>
          </p:nvPr>
        </p:nvSpPr>
        <p:spPr bwMode="auto">
          <a:xfrm>
            <a:off x="9534525" y="6692900"/>
            <a:ext cx="330200" cy="152400"/>
          </a:xfrm>
          <a:prstGeom prst="rect">
            <a:avLst/>
          </a:prstGeom>
          <a:noFill/>
          <a:ln>
            <a:noFill/>
          </a:ln>
          <a:effectLst/>
        </p:spPr>
        <p:txBody>
          <a:bodyPr vert="horz" wrap="square" lIns="0" tIns="0" rIns="0" bIns="0" numCol="1" anchor="t" anchorCtr="0" compatLnSpc="1">
            <a:prstTxWarp prst="textNoShape">
              <a:avLst/>
            </a:prstTxWarp>
            <a:spAutoFit/>
          </a:bodyPr>
          <a:lstStyle>
            <a:lvl1pPr algn="r" eaLnBrk="1" latinLnBrk="1" hangingPunct="1">
              <a:defRPr sz="1000">
                <a:solidFill>
                  <a:srgbClr val="000000"/>
                </a:solidFill>
                <a:latin typeface="Times New Roman" pitchFamily="18" charset="0"/>
                <a:ea typeface="+mn-ea"/>
              </a:defRPr>
            </a:lvl1pPr>
          </a:lstStyle>
          <a:p>
            <a:pPr>
              <a:defRPr/>
            </a:pPr>
            <a:fld id="{FC6450A0-0B22-45AA-B08E-FB1FECC8EC44}" type="slidenum">
              <a:rPr lang="ko-KR" altLang="en-US"/>
              <a:pPr>
                <a:defRPr/>
              </a:pPr>
              <a:t>‹#›</a:t>
            </a:fld>
            <a:endParaRPr lang="en-US" altLang="ko-KR"/>
          </a:p>
        </p:txBody>
      </p:sp>
      <p:sp>
        <p:nvSpPr>
          <p:cNvPr id="3077" name="Line 6"/>
          <p:cNvSpPr>
            <a:spLocks noChangeShapeType="1"/>
          </p:cNvSpPr>
          <p:nvPr/>
        </p:nvSpPr>
        <p:spPr bwMode="auto">
          <a:xfrm>
            <a:off x="74613" y="638175"/>
            <a:ext cx="9756775" cy="0"/>
          </a:xfrm>
          <a:prstGeom prst="line">
            <a:avLst/>
          </a:prstGeom>
          <a:noFill/>
          <a:ln w="38100">
            <a:solidFill>
              <a:srgbClr val="333333"/>
            </a:solidFill>
            <a:round/>
            <a:headEnd/>
            <a:tailEnd/>
          </a:ln>
          <a:extLst>
            <a:ext uri="{909E8E84-426E-40DD-AFC4-6F175D3DCCD1}">
              <a14:hiddenFill xmlns:a14="http://schemas.microsoft.com/office/drawing/2010/main">
                <a:noFill/>
              </a14:hiddenFill>
            </a:ext>
          </a:extLst>
        </p:spPr>
        <p:txBody>
          <a:bodyPr/>
          <a:lstStyle/>
          <a:p>
            <a:endParaRPr lang="ko-KR" altLang="en-US"/>
          </a:p>
        </p:txBody>
      </p:sp>
    </p:spTree>
  </p:cSld>
  <p:clrMap bg1="lt1" tx1="dk1" bg2="lt2" tx2="dk2" accent1="accent1" accent2="accent2" accent3="accent3" accent4="accent4" accent5="accent5" accent6="accent6" hlink="hlink" folHlink="folHlink"/>
  <p:sldLayoutIdLst>
    <p:sldLayoutId id="2147484617" r:id="rId1"/>
    <p:sldLayoutId id="2147484618" r:id="rId2"/>
  </p:sldLayoutIdLst>
  <p:hf hdr="0" ftr="0" dt="0"/>
  <p:txStyles>
    <p:titleStyle>
      <a:lvl1pPr algn="l" rtl="0" eaLnBrk="0" fontAlgn="base" latinLnBrk="1" hangingPunct="0">
        <a:spcBef>
          <a:spcPct val="0"/>
        </a:spcBef>
        <a:spcAft>
          <a:spcPct val="0"/>
        </a:spcAft>
        <a:defRPr kumimoji="1" sz="2600" b="1">
          <a:solidFill>
            <a:schemeClr val="bg1"/>
          </a:solidFill>
          <a:latin typeface="+mj-lt"/>
          <a:ea typeface="+mj-ea"/>
          <a:cs typeface="+mj-cs"/>
        </a:defRPr>
      </a:lvl1pPr>
      <a:lvl2pPr algn="l" rtl="0" eaLnBrk="0" fontAlgn="base" latinLnBrk="1" hangingPunct="0">
        <a:spcBef>
          <a:spcPct val="0"/>
        </a:spcBef>
        <a:spcAft>
          <a:spcPct val="0"/>
        </a:spcAft>
        <a:defRPr kumimoji="1" sz="2600" b="1">
          <a:solidFill>
            <a:schemeClr val="bg1"/>
          </a:solidFill>
          <a:latin typeface="굴림" pitchFamily="50" charset="-127"/>
          <a:ea typeface="굴림" pitchFamily="50" charset="-127"/>
        </a:defRPr>
      </a:lvl2pPr>
      <a:lvl3pPr algn="l" rtl="0" eaLnBrk="0" fontAlgn="base" latinLnBrk="1" hangingPunct="0">
        <a:spcBef>
          <a:spcPct val="0"/>
        </a:spcBef>
        <a:spcAft>
          <a:spcPct val="0"/>
        </a:spcAft>
        <a:defRPr kumimoji="1" sz="2600" b="1">
          <a:solidFill>
            <a:schemeClr val="bg1"/>
          </a:solidFill>
          <a:latin typeface="굴림" pitchFamily="50" charset="-127"/>
          <a:ea typeface="굴림" pitchFamily="50" charset="-127"/>
        </a:defRPr>
      </a:lvl3pPr>
      <a:lvl4pPr algn="l" rtl="0" eaLnBrk="0" fontAlgn="base" latinLnBrk="1" hangingPunct="0">
        <a:spcBef>
          <a:spcPct val="0"/>
        </a:spcBef>
        <a:spcAft>
          <a:spcPct val="0"/>
        </a:spcAft>
        <a:defRPr kumimoji="1" sz="2600" b="1">
          <a:solidFill>
            <a:schemeClr val="bg1"/>
          </a:solidFill>
          <a:latin typeface="굴림" pitchFamily="50" charset="-127"/>
          <a:ea typeface="굴림" pitchFamily="50" charset="-127"/>
        </a:defRPr>
      </a:lvl4pPr>
      <a:lvl5pPr algn="l" rtl="0" eaLnBrk="0" fontAlgn="base" latinLnBrk="1" hangingPunct="0">
        <a:spcBef>
          <a:spcPct val="0"/>
        </a:spcBef>
        <a:spcAft>
          <a:spcPct val="0"/>
        </a:spcAft>
        <a:defRPr kumimoji="1" sz="2600" b="1">
          <a:solidFill>
            <a:schemeClr val="bg1"/>
          </a:solidFill>
          <a:latin typeface="굴림" pitchFamily="50" charset="-127"/>
          <a:ea typeface="굴림" pitchFamily="50" charset="-127"/>
        </a:defRPr>
      </a:lvl5pPr>
      <a:lvl6pPr marL="457200" algn="l" rtl="0" fontAlgn="base" latinLnBrk="1">
        <a:spcBef>
          <a:spcPct val="0"/>
        </a:spcBef>
        <a:spcAft>
          <a:spcPct val="0"/>
        </a:spcAft>
        <a:defRPr kumimoji="1" sz="2600" b="1">
          <a:solidFill>
            <a:schemeClr val="bg1"/>
          </a:solidFill>
          <a:latin typeface="굴림" pitchFamily="50" charset="-127"/>
          <a:ea typeface="굴림" pitchFamily="50" charset="-127"/>
        </a:defRPr>
      </a:lvl6pPr>
      <a:lvl7pPr marL="914400" algn="l" rtl="0" fontAlgn="base" latinLnBrk="1">
        <a:spcBef>
          <a:spcPct val="0"/>
        </a:spcBef>
        <a:spcAft>
          <a:spcPct val="0"/>
        </a:spcAft>
        <a:defRPr kumimoji="1" sz="2600" b="1">
          <a:solidFill>
            <a:schemeClr val="bg1"/>
          </a:solidFill>
          <a:latin typeface="굴림" pitchFamily="50" charset="-127"/>
          <a:ea typeface="굴림" pitchFamily="50" charset="-127"/>
        </a:defRPr>
      </a:lvl7pPr>
      <a:lvl8pPr marL="1371600" algn="l" rtl="0" fontAlgn="base" latinLnBrk="1">
        <a:spcBef>
          <a:spcPct val="0"/>
        </a:spcBef>
        <a:spcAft>
          <a:spcPct val="0"/>
        </a:spcAft>
        <a:defRPr kumimoji="1" sz="2600" b="1">
          <a:solidFill>
            <a:schemeClr val="bg1"/>
          </a:solidFill>
          <a:latin typeface="굴림" pitchFamily="50" charset="-127"/>
          <a:ea typeface="굴림" pitchFamily="50" charset="-127"/>
        </a:defRPr>
      </a:lvl8pPr>
      <a:lvl9pPr marL="1828800" algn="l" rtl="0" fontAlgn="base" latinLnBrk="1">
        <a:spcBef>
          <a:spcPct val="0"/>
        </a:spcBef>
        <a:spcAft>
          <a:spcPct val="0"/>
        </a:spcAft>
        <a:defRPr kumimoji="1" sz="2600" b="1">
          <a:solidFill>
            <a:schemeClr val="bg1"/>
          </a:solidFill>
          <a:latin typeface="굴림" pitchFamily="50" charset="-127"/>
          <a:ea typeface="굴림" pitchFamily="50" charset="-127"/>
        </a:defRPr>
      </a:lvl9pPr>
    </p:titleStyle>
    <p:bodyStyle>
      <a:lvl1pPr marL="342900" indent="-342900" algn="l" rtl="0" eaLnBrk="0" fontAlgn="base" latinLnBrk="1" hangingPunct="0">
        <a:spcBef>
          <a:spcPct val="20000"/>
        </a:spcBef>
        <a:spcAft>
          <a:spcPct val="0"/>
        </a:spcAft>
        <a:buChar char="•"/>
        <a:defRPr kumimoji="1" sz="14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1400">
          <a:solidFill>
            <a:schemeClr val="tx1"/>
          </a:solidFill>
          <a:latin typeface="+mn-lt"/>
          <a:ea typeface="+mn-ea"/>
        </a:defRPr>
      </a:lvl2pPr>
      <a:lvl3pPr marL="1143000" indent="-228600" algn="l" rtl="0" eaLnBrk="0" fontAlgn="base" latinLnBrk="1" hangingPunct="0">
        <a:spcBef>
          <a:spcPct val="20000"/>
        </a:spcBef>
        <a:spcAft>
          <a:spcPct val="0"/>
        </a:spcAft>
        <a:buChar char="•"/>
        <a:defRPr kumimoji="1" sz="1400">
          <a:solidFill>
            <a:schemeClr val="tx1"/>
          </a:solidFill>
          <a:latin typeface="+mn-lt"/>
          <a:ea typeface="+mn-ea"/>
        </a:defRPr>
      </a:lvl3pPr>
      <a:lvl4pPr marL="1600200" indent="-228600" algn="l" rtl="0" eaLnBrk="0" fontAlgn="base" latinLnBrk="1" hangingPunct="0">
        <a:spcBef>
          <a:spcPct val="20000"/>
        </a:spcBef>
        <a:spcAft>
          <a:spcPct val="0"/>
        </a:spcAft>
        <a:buChar char="–"/>
        <a:defRPr kumimoji="1" sz="1400">
          <a:solidFill>
            <a:schemeClr val="tx1"/>
          </a:solidFill>
          <a:latin typeface="+mn-lt"/>
          <a:ea typeface="+mn-ea"/>
        </a:defRPr>
      </a:lvl4pPr>
      <a:lvl5pPr marL="2057400" indent="-228600" algn="l" rtl="0" eaLnBrk="0" fontAlgn="base" latinLnBrk="1" hangingPunct="0">
        <a:spcBef>
          <a:spcPct val="20000"/>
        </a:spcBef>
        <a:spcAft>
          <a:spcPct val="0"/>
        </a:spcAft>
        <a:buChar char="»"/>
        <a:defRPr kumimoji="1" sz="1400">
          <a:solidFill>
            <a:schemeClr val="tx1"/>
          </a:solidFill>
          <a:latin typeface="+mn-lt"/>
          <a:ea typeface="+mn-ea"/>
        </a:defRPr>
      </a:lvl5pPr>
      <a:lvl6pPr marL="2514600" indent="-228600" algn="l" rtl="0" fontAlgn="base" latinLnBrk="1">
        <a:spcBef>
          <a:spcPct val="20000"/>
        </a:spcBef>
        <a:spcAft>
          <a:spcPct val="0"/>
        </a:spcAft>
        <a:buChar char="»"/>
        <a:defRPr kumimoji="1" sz="1400">
          <a:solidFill>
            <a:schemeClr val="tx1"/>
          </a:solidFill>
          <a:latin typeface="+mn-lt"/>
          <a:ea typeface="+mn-ea"/>
        </a:defRPr>
      </a:lvl6pPr>
      <a:lvl7pPr marL="2971800" indent="-228600" algn="l" rtl="0" fontAlgn="base" latinLnBrk="1">
        <a:spcBef>
          <a:spcPct val="20000"/>
        </a:spcBef>
        <a:spcAft>
          <a:spcPct val="0"/>
        </a:spcAft>
        <a:buChar char="»"/>
        <a:defRPr kumimoji="1" sz="1400">
          <a:solidFill>
            <a:schemeClr val="tx1"/>
          </a:solidFill>
          <a:latin typeface="+mn-lt"/>
          <a:ea typeface="+mn-ea"/>
        </a:defRPr>
      </a:lvl7pPr>
      <a:lvl8pPr marL="3429000" indent="-228600" algn="l" rtl="0" fontAlgn="base" latinLnBrk="1">
        <a:spcBef>
          <a:spcPct val="20000"/>
        </a:spcBef>
        <a:spcAft>
          <a:spcPct val="0"/>
        </a:spcAft>
        <a:buChar char="»"/>
        <a:defRPr kumimoji="1" sz="1400">
          <a:solidFill>
            <a:schemeClr val="tx1"/>
          </a:solidFill>
          <a:latin typeface="+mn-lt"/>
          <a:ea typeface="+mn-ea"/>
        </a:defRPr>
      </a:lvl8pPr>
      <a:lvl9pPr marL="3886200" indent="-228600" algn="l" rtl="0" fontAlgn="base" latinLnBrk="1">
        <a:spcBef>
          <a:spcPct val="20000"/>
        </a:spcBef>
        <a:spcAft>
          <a:spcPct val="0"/>
        </a:spcAft>
        <a:buChar char="»"/>
        <a:defRPr kumimoji="1" sz="1400">
          <a:solidFill>
            <a:schemeClr val="tx1"/>
          </a:solidFill>
          <a:latin typeface="+mn-lt"/>
          <a:ea typeface="+mn-ea"/>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슬라이드 번호 개체 틀 3"/>
          <p:cNvSpPr txBox="1">
            <a:spLocks/>
          </p:cNvSpPr>
          <p:nvPr userDrawn="1"/>
        </p:nvSpPr>
        <p:spPr>
          <a:xfrm>
            <a:off x="4521200" y="6694488"/>
            <a:ext cx="863600" cy="119062"/>
          </a:xfrm>
          <a:prstGeom prst="rect">
            <a:avLst/>
          </a:prstGeom>
        </p:spPr>
        <p:txBody>
          <a:bodyPr anchor="ctr"/>
          <a:lstStyle>
            <a:defPPr>
              <a:defRPr lang="ko-KR"/>
            </a:defPPr>
            <a:lvl1pPr marL="0" algn="r" defTabSz="914400" rtl="0" eaLnBrk="1" latinLnBrk="1" hangingPunct="1">
              <a:defRPr sz="1200" kern="1200">
                <a:solidFill>
                  <a:schemeClr val="tx1">
                    <a:tint val="75000"/>
                  </a:schemeClr>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ctr" fontAlgn="auto">
              <a:spcBef>
                <a:spcPts val="0"/>
              </a:spcBef>
              <a:spcAft>
                <a:spcPts val="0"/>
              </a:spcAft>
              <a:defRPr/>
            </a:pPr>
            <a:fld id="{2143B43F-588A-4EA4-99DD-0EFE8A689109}" type="slidenum">
              <a:rPr kumimoji="0" lang="ko-KR" altLang="en-US" sz="900" smtClean="0">
                <a:solidFill>
                  <a:prstClr val="black"/>
                </a:solidFill>
              </a:rPr>
              <a:pPr algn="ctr" fontAlgn="auto">
                <a:spcBef>
                  <a:spcPts val="0"/>
                </a:spcBef>
                <a:spcAft>
                  <a:spcPts val="0"/>
                </a:spcAft>
                <a:defRPr/>
              </a:pPr>
              <a:t>‹#›</a:t>
            </a:fld>
            <a:endParaRPr kumimoji="0" lang="ko-KR" altLang="en-US" sz="900">
              <a:solidFill>
                <a:prstClr val="black"/>
              </a:solidFill>
            </a:endParaRPr>
          </a:p>
        </p:txBody>
      </p:sp>
      <p:cxnSp>
        <p:nvCxnSpPr>
          <p:cNvPr id="3" name="직선 연결선 2"/>
          <p:cNvCxnSpPr/>
          <p:nvPr userDrawn="1"/>
        </p:nvCxnSpPr>
        <p:spPr>
          <a:xfrm>
            <a:off x="57150" y="549275"/>
            <a:ext cx="9791700"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4603" r:id="rId1"/>
    <p:sldLayoutId id="2147484627" r:id="rId2"/>
  </p:sldLayoutIdLst>
  <p:hf hdr="0" ftr="0" dt="0"/>
  <p:txStyles>
    <p:titleStyle>
      <a:lvl1pPr algn="ctr" rtl="0" eaLnBrk="0" fontAlgn="base" latinLnBrk="1" hangingPunct="0">
        <a:spcBef>
          <a:spcPct val="0"/>
        </a:spcBef>
        <a:spcAft>
          <a:spcPct val="0"/>
        </a:spcAft>
        <a:defRPr sz="4400" kern="1200">
          <a:solidFill>
            <a:schemeClr val="tx1"/>
          </a:solidFill>
          <a:latin typeface="+mj-lt"/>
          <a:ea typeface="+mj-ea"/>
          <a:cs typeface="+mj-cs"/>
        </a:defRPr>
      </a:lvl1pPr>
      <a:lvl2pPr algn="ctr" rtl="0" eaLnBrk="0" fontAlgn="base" latinLnBrk="1" hangingPunct="0">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2pPr>
      <a:lvl3pPr algn="ctr" rtl="0" eaLnBrk="0" fontAlgn="base" latinLnBrk="1" hangingPunct="0">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3pPr>
      <a:lvl4pPr algn="ctr" rtl="0" eaLnBrk="0" fontAlgn="base" latinLnBrk="1" hangingPunct="0">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4pPr>
      <a:lvl5pPr algn="ctr" rtl="0" eaLnBrk="0" fontAlgn="base" latinLnBrk="1" hangingPunct="0">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5pPr>
      <a:lvl6pPr marL="457200" algn="ctr" rtl="0" fontAlgn="base" latinLnBrk="1">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6pPr>
      <a:lvl7pPr marL="914400" algn="ctr" rtl="0" fontAlgn="base" latinLnBrk="1">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7pPr>
      <a:lvl8pPr marL="1371600" algn="ctr" rtl="0" fontAlgn="base" latinLnBrk="1">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8pPr>
      <a:lvl9pPr marL="1828800" algn="ctr" rtl="0" fontAlgn="base" latinLnBrk="1">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9pPr>
    </p:titleStyle>
    <p:bodyStyle>
      <a:lvl1pPr marL="342900" indent="-342900" algn="l" rtl="0" eaLnBrk="0" fontAlgn="base" latinLnBrk="1"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latinLnBrk="1"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5122" name="Rectangle 3"/>
          <p:cNvSpPr>
            <a:spLocks noGrp="1" noChangeArrowheads="1"/>
          </p:cNvSpPr>
          <p:nvPr>
            <p:ph type="title"/>
          </p:nvPr>
        </p:nvSpPr>
        <p:spPr bwMode="auto">
          <a:xfrm>
            <a:off x="488950" y="149225"/>
            <a:ext cx="8420100" cy="396875"/>
          </a:xfrm>
          <a:prstGeom prst="rect">
            <a:avLst/>
          </a:prstGeom>
          <a:noFill/>
          <a:ln>
            <a:noFill/>
          </a:ln>
          <a:effectLst>
            <a:outerShdw dist="17961" dir="2700000" algn="ctr" rotWithShape="0">
              <a:schemeClr val="tx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spAutoFit/>
          </a:bodyPr>
          <a:lstStyle/>
          <a:p>
            <a:pPr lvl="0"/>
            <a:r>
              <a:rPr lang="ko-KR" altLang="en-US"/>
              <a:t>마스터 제목 스타일 편집</a:t>
            </a:r>
          </a:p>
        </p:txBody>
      </p:sp>
      <p:sp>
        <p:nvSpPr>
          <p:cNvPr id="5123" name="Rectangle 4"/>
          <p:cNvSpPr>
            <a:spLocks noGrp="1" noChangeArrowheads="1"/>
          </p:cNvSpPr>
          <p:nvPr>
            <p:ph type="body" idx="1"/>
          </p:nvPr>
        </p:nvSpPr>
        <p:spPr bwMode="auto">
          <a:xfrm>
            <a:off x="742950" y="1600200"/>
            <a:ext cx="84201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3098629" name="Rectangle 5"/>
          <p:cNvSpPr>
            <a:spLocks noGrp="1" noChangeArrowheads="1"/>
          </p:cNvSpPr>
          <p:nvPr>
            <p:ph type="sldNum" sz="quarter" idx="4"/>
          </p:nvPr>
        </p:nvSpPr>
        <p:spPr bwMode="auto">
          <a:xfrm>
            <a:off x="9534525" y="6692900"/>
            <a:ext cx="330200" cy="152400"/>
          </a:xfrm>
          <a:prstGeom prst="rect">
            <a:avLst/>
          </a:prstGeom>
          <a:noFill/>
          <a:ln>
            <a:noFill/>
          </a:ln>
          <a:effectLst/>
        </p:spPr>
        <p:txBody>
          <a:bodyPr vert="horz" wrap="square" lIns="0" tIns="0" rIns="0" bIns="0" numCol="1" anchor="t" anchorCtr="0" compatLnSpc="1">
            <a:prstTxWarp prst="textNoShape">
              <a:avLst/>
            </a:prstTxWarp>
            <a:spAutoFit/>
          </a:bodyPr>
          <a:lstStyle>
            <a:lvl1pPr algn="r" eaLnBrk="1" latinLnBrk="1" hangingPunct="1">
              <a:defRPr sz="1000">
                <a:solidFill>
                  <a:srgbClr val="000000"/>
                </a:solidFill>
                <a:latin typeface="Times New Roman" pitchFamily="18" charset="0"/>
                <a:ea typeface="+mn-ea"/>
              </a:defRPr>
            </a:lvl1pPr>
          </a:lstStyle>
          <a:p>
            <a:pPr>
              <a:defRPr/>
            </a:pPr>
            <a:fld id="{CD2811CC-7812-4243-96B6-8D44FB2BE536}" type="slidenum">
              <a:rPr lang="ko-KR" altLang="en-US"/>
              <a:pPr>
                <a:defRPr/>
              </a:pPr>
              <a:t>‹#›</a:t>
            </a:fld>
            <a:endParaRPr lang="en-US" altLang="ko-KR"/>
          </a:p>
        </p:txBody>
      </p:sp>
      <p:sp>
        <p:nvSpPr>
          <p:cNvPr id="5125" name="Line 6"/>
          <p:cNvSpPr>
            <a:spLocks noChangeShapeType="1"/>
          </p:cNvSpPr>
          <p:nvPr userDrawn="1"/>
        </p:nvSpPr>
        <p:spPr bwMode="auto">
          <a:xfrm>
            <a:off x="74613" y="638175"/>
            <a:ext cx="9756775" cy="0"/>
          </a:xfrm>
          <a:prstGeom prst="line">
            <a:avLst/>
          </a:prstGeom>
          <a:noFill/>
          <a:ln w="38100">
            <a:solidFill>
              <a:srgbClr val="333333"/>
            </a:solidFill>
            <a:round/>
            <a:headEnd/>
            <a:tailEnd/>
          </a:ln>
          <a:extLst>
            <a:ext uri="{909E8E84-426E-40DD-AFC4-6F175D3DCCD1}">
              <a14:hiddenFill xmlns:a14="http://schemas.microsoft.com/office/drawing/2010/main">
                <a:noFill/>
              </a14:hiddenFill>
            </a:ext>
          </a:extLst>
        </p:spPr>
        <p:txBody>
          <a:bodyPr/>
          <a:lstStyle/>
          <a:p>
            <a:endParaRPr lang="ko-KR" altLang="en-US"/>
          </a:p>
        </p:txBody>
      </p:sp>
      <p:sp>
        <p:nvSpPr>
          <p:cNvPr id="6" name="슬라이드 번호 개체 틀 5"/>
          <p:cNvSpPr txBox="1">
            <a:spLocks/>
          </p:cNvSpPr>
          <p:nvPr/>
        </p:nvSpPr>
        <p:spPr>
          <a:xfrm>
            <a:off x="3794125" y="6669088"/>
            <a:ext cx="2311400" cy="133350"/>
          </a:xfrm>
          <a:prstGeom prst="rect">
            <a:avLst/>
          </a:prstGeom>
        </p:spPr>
        <p:txBody>
          <a:bodyPr anchor="ctr"/>
          <a:lstStyle>
            <a:defPPr>
              <a:defRPr lang="ko-KR"/>
            </a:defPPr>
            <a:lvl1pPr algn="r" rtl="0" fontAlgn="base" latinLnBrk="1">
              <a:spcBef>
                <a:spcPct val="0"/>
              </a:spcBef>
              <a:spcAft>
                <a:spcPct val="0"/>
              </a:spcAft>
              <a:defRPr kumimoji="1" sz="1200" kern="1200">
                <a:solidFill>
                  <a:schemeClr val="tx1">
                    <a:tint val="75000"/>
                  </a:schemeClr>
                </a:solidFill>
                <a:latin typeface="맑은 고딕" pitchFamily="50" charset="-127"/>
                <a:ea typeface="맑은 고딕" pitchFamily="50" charset="-127"/>
                <a:cs typeface="+mn-cs"/>
              </a:defRPr>
            </a:lvl1pPr>
            <a:lvl2pPr marL="457200" algn="l" rtl="0" fontAlgn="base" latinLnBrk="1">
              <a:spcBef>
                <a:spcPct val="0"/>
              </a:spcBef>
              <a:spcAft>
                <a:spcPct val="0"/>
              </a:spcAft>
              <a:defRPr kumimoji="1" sz="2400" kern="1200">
                <a:solidFill>
                  <a:schemeClr val="tx1"/>
                </a:solidFill>
                <a:latin typeface="맑은 고딕" pitchFamily="50" charset="-127"/>
                <a:ea typeface="맑은 고딕" pitchFamily="50" charset="-127"/>
                <a:cs typeface="+mn-cs"/>
              </a:defRPr>
            </a:lvl2pPr>
            <a:lvl3pPr marL="914400" algn="l" rtl="0" fontAlgn="base" latinLnBrk="1">
              <a:spcBef>
                <a:spcPct val="0"/>
              </a:spcBef>
              <a:spcAft>
                <a:spcPct val="0"/>
              </a:spcAft>
              <a:defRPr kumimoji="1" sz="2400" kern="1200">
                <a:solidFill>
                  <a:schemeClr val="tx1"/>
                </a:solidFill>
                <a:latin typeface="맑은 고딕" pitchFamily="50" charset="-127"/>
                <a:ea typeface="맑은 고딕" pitchFamily="50" charset="-127"/>
                <a:cs typeface="+mn-cs"/>
              </a:defRPr>
            </a:lvl3pPr>
            <a:lvl4pPr marL="1371600" algn="l" rtl="0" fontAlgn="base" latinLnBrk="1">
              <a:spcBef>
                <a:spcPct val="0"/>
              </a:spcBef>
              <a:spcAft>
                <a:spcPct val="0"/>
              </a:spcAft>
              <a:defRPr kumimoji="1" sz="2400" kern="1200">
                <a:solidFill>
                  <a:schemeClr val="tx1"/>
                </a:solidFill>
                <a:latin typeface="맑은 고딕" pitchFamily="50" charset="-127"/>
                <a:ea typeface="맑은 고딕" pitchFamily="50" charset="-127"/>
                <a:cs typeface="+mn-cs"/>
              </a:defRPr>
            </a:lvl4pPr>
            <a:lvl5pPr marL="1828800" algn="l" rtl="0" fontAlgn="base" latinLnBrk="1">
              <a:spcBef>
                <a:spcPct val="0"/>
              </a:spcBef>
              <a:spcAft>
                <a:spcPct val="0"/>
              </a:spcAft>
              <a:defRPr kumimoji="1" sz="2400" kern="1200">
                <a:solidFill>
                  <a:schemeClr val="tx1"/>
                </a:solidFill>
                <a:latin typeface="맑은 고딕" pitchFamily="50" charset="-127"/>
                <a:ea typeface="맑은 고딕" pitchFamily="50" charset="-127"/>
                <a:cs typeface="+mn-cs"/>
              </a:defRPr>
            </a:lvl5pPr>
            <a:lvl6pPr marL="2286000" algn="l" defTabSz="914400" rtl="0" eaLnBrk="1" latinLnBrk="1" hangingPunct="1">
              <a:defRPr kumimoji="1" sz="2400" kern="1200">
                <a:solidFill>
                  <a:schemeClr val="tx1"/>
                </a:solidFill>
                <a:latin typeface="맑은 고딕" pitchFamily="50" charset="-127"/>
                <a:ea typeface="맑은 고딕" pitchFamily="50" charset="-127"/>
                <a:cs typeface="+mn-cs"/>
              </a:defRPr>
            </a:lvl6pPr>
            <a:lvl7pPr marL="2743200" algn="l" defTabSz="914400" rtl="0" eaLnBrk="1" latinLnBrk="1" hangingPunct="1">
              <a:defRPr kumimoji="1" sz="2400" kern="1200">
                <a:solidFill>
                  <a:schemeClr val="tx1"/>
                </a:solidFill>
                <a:latin typeface="맑은 고딕" pitchFamily="50" charset="-127"/>
                <a:ea typeface="맑은 고딕" pitchFamily="50" charset="-127"/>
                <a:cs typeface="+mn-cs"/>
              </a:defRPr>
            </a:lvl7pPr>
            <a:lvl8pPr marL="3200400" algn="l" defTabSz="914400" rtl="0" eaLnBrk="1" latinLnBrk="1" hangingPunct="1">
              <a:defRPr kumimoji="1" sz="2400" kern="1200">
                <a:solidFill>
                  <a:schemeClr val="tx1"/>
                </a:solidFill>
                <a:latin typeface="맑은 고딕" pitchFamily="50" charset="-127"/>
                <a:ea typeface="맑은 고딕" pitchFamily="50" charset="-127"/>
                <a:cs typeface="+mn-cs"/>
              </a:defRPr>
            </a:lvl8pPr>
            <a:lvl9pPr marL="3657600" algn="l" defTabSz="914400" rtl="0" eaLnBrk="1" latinLnBrk="1" hangingPunct="1">
              <a:defRPr kumimoji="1" sz="2400" kern="1200">
                <a:solidFill>
                  <a:schemeClr val="tx1"/>
                </a:solidFill>
                <a:latin typeface="맑은 고딕" pitchFamily="50" charset="-127"/>
                <a:ea typeface="맑은 고딕" pitchFamily="50" charset="-127"/>
                <a:cs typeface="+mn-cs"/>
              </a:defRPr>
            </a:lvl9pPr>
          </a:lstStyle>
          <a:p>
            <a:pPr algn="ctr" eaLnBrk="1" hangingPunct="1">
              <a:defRPr/>
            </a:pPr>
            <a:fld id="{7E73D60E-83FB-4AAA-BB61-F7E48E5B5368}" type="slidenum">
              <a:rPr lang="ko-KR" altLang="en-US" sz="1000" smtClean="0">
                <a:solidFill>
                  <a:srgbClr val="000000"/>
                </a:solidFill>
              </a:rPr>
              <a:pPr algn="ctr" eaLnBrk="1" hangingPunct="1">
                <a:defRPr/>
              </a:pPr>
              <a:t>‹#›</a:t>
            </a:fld>
            <a:endParaRPr lang="ko-KR" altLang="en-US" sz="1000">
              <a:solidFill>
                <a:srgbClr val="000000"/>
              </a:solidFill>
            </a:endParaRPr>
          </a:p>
        </p:txBody>
      </p:sp>
    </p:spTree>
  </p:cSld>
  <p:clrMap bg1="lt1" tx1="dk1" bg2="lt2" tx2="dk2" accent1="accent1" accent2="accent2" accent3="accent3" accent4="accent4" accent5="accent5" accent6="accent6" hlink="hlink" folHlink="folHlink"/>
  <p:sldLayoutIdLst>
    <p:sldLayoutId id="2147484619" r:id="rId1"/>
    <p:sldLayoutId id="2147484620" r:id="rId2"/>
    <p:sldLayoutId id="2147484621" r:id="rId3"/>
    <p:sldLayoutId id="2147484622" r:id="rId4"/>
    <p:sldLayoutId id="2147484623" r:id="rId5"/>
    <p:sldLayoutId id="2147484624" r:id="rId6"/>
    <p:sldLayoutId id="2147484625" r:id="rId7"/>
    <p:sldLayoutId id="2147484626" r:id="rId8"/>
  </p:sldLayoutIdLst>
  <p:hf hdr="0" ftr="0" dt="0"/>
  <p:txStyles>
    <p:titleStyle>
      <a:lvl1pPr algn="l" rtl="0" eaLnBrk="0" fontAlgn="base" latinLnBrk="1" hangingPunct="0">
        <a:spcBef>
          <a:spcPct val="0"/>
        </a:spcBef>
        <a:spcAft>
          <a:spcPct val="0"/>
        </a:spcAft>
        <a:defRPr kumimoji="1" sz="2600" b="1">
          <a:solidFill>
            <a:schemeClr val="bg1"/>
          </a:solidFill>
          <a:latin typeface="+mj-lt"/>
          <a:ea typeface="+mj-ea"/>
          <a:cs typeface="+mj-cs"/>
        </a:defRPr>
      </a:lvl1pPr>
      <a:lvl2pPr algn="l" rtl="0" eaLnBrk="0" fontAlgn="base" latinLnBrk="1" hangingPunct="0">
        <a:spcBef>
          <a:spcPct val="0"/>
        </a:spcBef>
        <a:spcAft>
          <a:spcPct val="0"/>
        </a:spcAft>
        <a:defRPr kumimoji="1" sz="2600" b="1">
          <a:solidFill>
            <a:schemeClr val="bg1"/>
          </a:solidFill>
          <a:latin typeface="굴림" pitchFamily="50" charset="-127"/>
          <a:ea typeface="굴림" pitchFamily="50" charset="-127"/>
        </a:defRPr>
      </a:lvl2pPr>
      <a:lvl3pPr algn="l" rtl="0" eaLnBrk="0" fontAlgn="base" latinLnBrk="1" hangingPunct="0">
        <a:spcBef>
          <a:spcPct val="0"/>
        </a:spcBef>
        <a:spcAft>
          <a:spcPct val="0"/>
        </a:spcAft>
        <a:defRPr kumimoji="1" sz="2600" b="1">
          <a:solidFill>
            <a:schemeClr val="bg1"/>
          </a:solidFill>
          <a:latin typeface="굴림" pitchFamily="50" charset="-127"/>
          <a:ea typeface="굴림" pitchFamily="50" charset="-127"/>
        </a:defRPr>
      </a:lvl3pPr>
      <a:lvl4pPr algn="l" rtl="0" eaLnBrk="0" fontAlgn="base" latinLnBrk="1" hangingPunct="0">
        <a:spcBef>
          <a:spcPct val="0"/>
        </a:spcBef>
        <a:spcAft>
          <a:spcPct val="0"/>
        </a:spcAft>
        <a:defRPr kumimoji="1" sz="2600" b="1">
          <a:solidFill>
            <a:schemeClr val="bg1"/>
          </a:solidFill>
          <a:latin typeface="굴림" pitchFamily="50" charset="-127"/>
          <a:ea typeface="굴림" pitchFamily="50" charset="-127"/>
        </a:defRPr>
      </a:lvl4pPr>
      <a:lvl5pPr algn="l" rtl="0" eaLnBrk="0" fontAlgn="base" latinLnBrk="1" hangingPunct="0">
        <a:spcBef>
          <a:spcPct val="0"/>
        </a:spcBef>
        <a:spcAft>
          <a:spcPct val="0"/>
        </a:spcAft>
        <a:defRPr kumimoji="1" sz="2600" b="1">
          <a:solidFill>
            <a:schemeClr val="bg1"/>
          </a:solidFill>
          <a:latin typeface="굴림" pitchFamily="50" charset="-127"/>
          <a:ea typeface="굴림" pitchFamily="50" charset="-127"/>
        </a:defRPr>
      </a:lvl5pPr>
      <a:lvl6pPr marL="457200" algn="l" rtl="0" fontAlgn="base" latinLnBrk="1">
        <a:spcBef>
          <a:spcPct val="0"/>
        </a:spcBef>
        <a:spcAft>
          <a:spcPct val="0"/>
        </a:spcAft>
        <a:defRPr kumimoji="1" sz="2600" b="1">
          <a:solidFill>
            <a:schemeClr val="bg1"/>
          </a:solidFill>
          <a:latin typeface="굴림" pitchFamily="50" charset="-127"/>
          <a:ea typeface="굴림" pitchFamily="50" charset="-127"/>
        </a:defRPr>
      </a:lvl6pPr>
      <a:lvl7pPr marL="914400" algn="l" rtl="0" fontAlgn="base" latinLnBrk="1">
        <a:spcBef>
          <a:spcPct val="0"/>
        </a:spcBef>
        <a:spcAft>
          <a:spcPct val="0"/>
        </a:spcAft>
        <a:defRPr kumimoji="1" sz="2600" b="1">
          <a:solidFill>
            <a:schemeClr val="bg1"/>
          </a:solidFill>
          <a:latin typeface="굴림" pitchFamily="50" charset="-127"/>
          <a:ea typeface="굴림" pitchFamily="50" charset="-127"/>
        </a:defRPr>
      </a:lvl7pPr>
      <a:lvl8pPr marL="1371600" algn="l" rtl="0" fontAlgn="base" latinLnBrk="1">
        <a:spcBef>
          <a:spcPct val="0"/>
        </a:spcBef>
        <a:spcAft>
          <a:spcPct val="0"/>
        </a:spcAft>
        <a:defRPr kumimoji="1" sz="2600" b="1">
          <a:solidFill>
            <a:schemeClr val="bg1"/>
          </a:solidFill>
          <a:latin typeface="굴림" pitchFamily="50" charset="-127"/>
          <a:ea typeface="굴림" pitchFamily="50" charset="-127"/>
        </a:defRPr>
      </a:lvl8pPr>
      <a:lvl9pPr marL="1828800" algn="l" rtl="0" fontAlgn="base" latinLnBrk="1">
        <a:spcBef>
          <a:spcPct val="0"/>
        </a:spcBef>
        <a:spcAft>
          <a:spcPct val="0"/>
        </a:spcAft>
        <a:defRPr kumimoji="1" sz="2600" b="1">
          <a:solidFill>
            <a:schemeClr val="bg1"/>
          </a:solidFill>
          <a:latin typeface="굴림" pitchFamily="50" charset="-127"/>
          <a:ea typeface="굴림" pitchFamily="50" charset="-127"/>
        </a:defRPr>
      </a:lvl9pPr>
    </p:titleStyle>
    <p:bodyStyle>
      <a:lvl1pPr marL="342900" indent="-342900" algn="l" rtl="0" eaLnBrk="0" fontAlgn="base" latinLnBrk="1" hangingPunct="0">
        <a:spcBef>
          <a:spcPct val="20000"/>
        </a:spcBef>
        <a:spcAft>
          <a:spcPct val="0"/>
        </a:spcAft>
        <a:buChar char="•"/>
        <a:defRPr kumimoji="1" sz="14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1400">
          <a:solidFill>
            <a:schemeClr val="tx1"/>
          </a:solidFill>
          <a:latin typeface="+mn-lt"/>
          <a:ea typeface="+mn-ea"/>
        </a:defRPr>
      </a:lvl2pPr>
      <a:lvl3pPr marL="1143000" indent="-228600" algn="l" rtl="0" eaLnBrk="0" fontAlgn="base" latinLnBrk="1" hangingPunct="0">
        <a:spcBef>
          <a:spcPct val="20000"/>
        </a:spcBef>
        <a:spcAft>
          <a:spcPct val="0"/>
        </a:spcAft>
        <a:buChar char="•"/>
        <a:defRPr kumimoji="1" sz="1400">
          <a:solidFill>
            <a:schemeClr val="tx1"/>
          </a:solidFill>
          <a:latin typeface="+mn-lt"/>
          <a:ea typeface="+mn-ea"/>
        </a:defRPr>
      </a:lvl3pPr>
      <a:lvl4pPr marL="1600200" indent="-228600" algn="l" rtl="0" eaLnBrk="0" fontAlgn="base" latinLnBrk="1" hangingPunct="0">
        <a:spcBef>
          <a:spcPct val="20000"/>
        </a:spcBef>
        <a:spcAft>
          <a:spcPct val="0"/>
        </a:spcAft>
        <a:buChar char="–"/>
        <a:defRPr kumimoji="1" sz="1400">
          <a:solidFill>
            <a:schemeClr val="tx1"/>
          </a:solidFill>
          <a:latin typeface="+mn-lt"/>
          <a:ea typeface="+mn-ea"/>
        </a:defRPr>
      </a:lvl4pPr>
      <a:lvl5pPr marL="2057400" indent="-228600" algn="l" rtl="0" eaLnBrk="0" fontAlgn="base" latinLnBrk="1" hangingPunct="0">
        <a:spcBef>
          <a:spcPct val="20000"/>
        </a:spcBef>
        <a:spcAft>
          <a:spcPct val="0"/>
        </a:spcAft>
        <a:buChar char="»"/>
        <a:defRPr kumimoji="1" sz="1400">
          <a:solidFill>
            <a:schemeClr val="tx1"/>
          </a:solidFill>
          <a:latin typeface="+mn-lt"/>
          <a:ea typeface="+mn-ea"/>
        </a:defRPr>
      </a:lvl5pPr>
      <a:lvl6pPr marL="2514600" indent="-228600" algn="l" rtl="0" fontAlgn="base" latinLnBrk="1">
        <a:spcBef>
          <a:spcPct val="20000"/>
        </a:spcBef>
        <a:spcAft>
          <a:spcPct val="0"/>
        </a:spcAft>
        <a:buChar char="»"/>
        <a:defRPr kumimoji="1" sz="1400">
          <a:solidFill>
            <a:schemeClr val="tx1"/>
          </a:solidFill>
          <a:latin typeface="+mn-lt"/>
          <a:ea typeface="+mn-ea"/>
        </a:defRPr>
      </a:lvl6pPr>
      <a:lvl7pPr marL="2971800" indent="-228600" algn="l" rtl="0" fontAlgn="base" latinLnBrk="1">
        <a:spcBef>
          <a:spcPct val="20000"/>
        </a:spcBef>
        <a:spcAft>
          <a:spcPct val="0"/>
        </a:spcAft>
        <a:buChar char="»"/>
        <a:defRPr kumimoji="1" sz="1400">
          <a:solidFill>
            <a:schemeClr val="tx1"/>
          </a:solidFill>
          <a:latin typeface="+mn-lt"/>
          <a:ea typeface="+mn-ea"/>
        </a:defRPr>
      </a:lvl7pPr>
      <a:lvl8pPr marL="3429000" indent="-228600" algn="l" rtl="0" fontAlgn="base" latinLnBrk="1">
        <a:spcBef>
          <a:spcPct val="20000"/>
        </a:spcBef>
        <a:spcAft>
          <a:spcPct val="0"/>
        </a:spcAft>
        <a:buChar char="»"/>
        <a:defRPr kumimoji="1" sz="1400">
          <a:solidFill>
            <a:schemeClr val="tx1"/>
          </a:solidFill>
          <a:latin typeface="+mn-lt"/>
          <a:ea typeface="+mn-ea"/>
        </a:defRPr>
      </a:lvl8pPr>
      <a:lvl9pPr marL="3886200" indent="-228600" algn="l" rtl="0" fontAlgn="base" latinLnBrk="1">
        <a:spcBef>
          <a:spcPct val="20000"/>
        </a:spcBef>
        <a:spcAft>
          <a:spcPct val="0"/>
        </a:spcAft>
        <a:buChar char="»"/>
        <a:defRPr kumimoji="1" sz="1400">
          <a:solidFill>
            <a:schemeClr val="tx1"/>
          </a:solidFill>
          <a:latin typeface="+mn-lt"/>
          <a:ea typeface="+mn-ea"/>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6146" name="Rectangle 3"/>
          <p:cNvSpPr>
            <a:spLocks noGrp="1" noChangeArrowheads="1"/>
          </p:cNvSpPr>
          <p:nvPr>
            <p:ph type="body" idx="1"/>
          </p:nvPr>
        </p:nvSpPr>
        <p:spPr bwMode="auto">
          <a:xfrm>
            <a:off x="742950" y="1371600"/>
            <a:ext cx="8585200" cy="472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324" tIns="45663" rIns="91324" bIns="45663" numCol="1" anchor="t" anchorCtr="0" compatLnSpc="1">
            <a:prstTxWarp prst="textNoShape">
              <a:avLst/>
            </a:prstTxWarp>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Tree>
  </p:cSld>
  <p:clrMap bg1="lt1" tx1="dk1" bg2="lt2" tx2="dk2" accent1="accent1" accent2="accent2" accent3="accent3" accent4="accent4" accent5="accent5" accent6="accent6" hlink="hlink" folHlink="folHlink"/>
  <p:sldLayoutIdLst>
    <p:sldLayoutId id="2147484604" r:id="rId1"/>
    <p:sldLayoutId id="2147484605" r:id="rId2"/>
    <p:sldLayoutId id="2147484606" r:id="rId3"/>
    <p:sldLayoutId id="2147484607" r:id="rId4"/>
  </p:sldLayoutIdLst>
  <p:hf hdr="0" ftr="0" dt="0"/>
  <p:txStyles>
    <p:titleStyle>
      <a:lvl1pPr algn="l" rtl="0" eaLnBrk="0" fontAlgn="base" latinLnBrk="1" hangingPunct="0">
        <a:spcBef>
          <a:spcPct val="0"/>
        </a:spcBef>
        <a:spcAft>
          <a:spcPct val="0"/>
        </a:spcAft>
        <a:defRPr kumimoji="1" sz="2200">
          <a:solidFill>
            <a:schemeClr val="bg1"/>
          </a:solidFill>
          <a:latin typeface="+mj-lt"/>
          <a:ea typeface="+mj-ea"/>
          <a:cs typeface="+mj-cs"/>
        </a:defRPr>
      </a:lvl1pPr>
      <a:lvl2pPr algn="l" rtl="0" eaLnBrk="0" fontAlgn="base" latinLnBrk="1" hangingPunct="0">
        <a:spcBef>
          <a:spcPct val="0"/>
        </a:spcBef>
        <a:spcAft>
          <a:spcPct val="0"/>
        </a:spcAft>
        <a:defRPr kumimoji="1" sz="2200">
          <a:solidFill>
            <a:schemeClr val="bg1"/>
          </a:solidFill>
          <a:latin typeface="굴림" pitchFamily="50" charset="-127"/>
          <a:ea typeface="굴림" pitchFamily="50" charset="-127"/>
        </a:defRPr>
      </a:lvl2pPr>
      <a:lvl3pPr algn="l" rtl="0" eaLnBrk="0" fontAlgn="base" latinLnBrk="1" hangingPunct="0">
        <a:spcBef>
          <a:spcPct val="0"/>
        </a:spcBef>
        <a:spcAft>
          <a:spcPct val="0"/>
        </a:spcAft>
        <a:defRPr kumimoji="1" sz="2200">
          <a:solidFill>
            <a:schemeClr val="bg1"/>
          </a:solidFill>
          <a:latin typeface="굴림" pitchFamily="50" charset="-127"/>
          <a:ea typeface="굴림" pitchFamily="50" charset="-127"/>
        </a:defRPr>
      </a:lvl3pPr>
      <a:lvl4pPr algn="l" rtl="0" eaLnBrk="0" fontAlgn="base" latinLnBrk="1" hangingPunct="0">
        <a:spcBef>
          <a:spcPct val="0"/>
        </a:spcBef>
        <a:spcAft>
          <a:spcPct val="0"/>
        </a:spcAft>
        <a:defRPr kumimoji="1" sz="2200">
          <a:solidFill>
            <a:schemeClr val="bg1"/>
          </a:solidFill>
          <a:latin typeface="굴림" pitchFamily="50" charset="-127"/>
          <a:ea typeface="굴림" pitchFamily="50" charset="-127"/>
        </a:defRPr>
      </a:lvl4pPr>
      <a:lvl5pPr algn="l" rtl="0" eaLnBrk="0" fontAlgn="base" latinLnBrk="1" hangingPunct="0">
        <a:spcBef>
          <a:spcPct val="0"/>
        </a:spcBef>
        <a:spcAft>
          <a:spcPct val="0"/>
        </a:spcAft>
        <a:defRPr kumimoji="1" sz="2200">
          <a:solidFill>
            <a:schemeClr val="bg1"/>
          </a:solidFill>
          <a:latin typeface="굴림" pitchFamily="50" charset="-127"/>
          <a:ea typeface="굴림" pitchFamily="50" charset="-127"/>
        </a:defRPr>
      </a:lvl5pPr>
      <a:lvl6pPr marL="457034" algn="l" rtl="0" fontAlgn="base" latinLnBrk="1">
        <a:spcBef>
          <a:spcPct val="0"/>
        </a:spcBef>
        <a:spcAft>
          <a:spcPct val="0"/>
        </a:spcAft>
        <a:defRPr kumimoji="1" sz="2200">
          <a:solidFill>
            <a:schemeClr val="bg1"/>
          </a:solidFill>
          <a:latin typeface="굴림" pitchFamily="50" charset="-127"/>
          <a:ea typeface="굴림" pitchFamily="50" charset="-127"/>
        </a:defRPr>
      </a:lvl6pPr>
      <a:lvl7pPr marL="914070" algn="l" rtl="0" fontAlgn="base" latinLnBrk="1">
        <a:spcBef>
          <a:spcPct val="0"/>
        </a:spcBef>
        <a:spcAft>
          <a:spcPct val="0"/>
        </a:spcAft>
        <a:defRPr kumimoji="1" sz="2200">
          <a:solidFill>
            <a:schemeClr val="bg1"/>
          </a:solidFill>
          <a:latin typeface="굴림" pitchFamily="50" charset="-127"/>
          <a:ea typeface="굴림" pitchFamily="50" charset="-127"/>
        </a:defRPr>
      </a:lvl7pPr>
      <a:lvl8pPr marL="1371106" algn="l" rtl="0" fontAlgn="base" latinLnBrk="1">
        <a:spcBef>
          <a:spcPct val="0"/>
        </a:spcBef>
        <a:spcAft>
          <a:spcPct val="0"/>
        </a:spcAft>
        <a:defRPr kumimoji="1" sz="2200">
          <a:solidFill>
            <a:schemeClr val="bg1"/>
          </a:solidFill>
          <a:latin typeface="굴림" pitchFamily="50" charset="-127"/>
          <a:ea typeface="굴림" pitchFamily="50" charset="-127"/>
        </a:defRPr>
      </a:lvl8pPr>
      <a:lvl9pPr marL="1828140" algn="l" rtl="0" fontAlgn="base" latinLnBrk="1">
        <a:spcBef>
          <a:spcPct val="0"/>
        </a:spcBef>
        <a:spcAft>
          <a:spcPct val="0"/>
        </a:spcAft>
        <a:defRPr kumimoji="1" sz="2200">
          <a:solidFill>
            <a:schemeClr val="bg1"/>
          </a:solidFill>
          <a:latin typeface="굴림" pitchFamily="50" charset="-127"/>
          <a:ea typeface="굴림" pitchFamily="50" charset="-127"/>
        </a:defRPr>
      </a:lvl9pPr>
    </p:titleStyle>
    <p:bodyStyle>
      <a:lvl1pPr marL="341313" indent="-341313" algn="l" rtl="0" eaLnBrk="0" fontAlgn="base" latinLnBrk="1" hangingPunct="0">
        <a:spcBef>
          <a:spcPct val="20000"/>
        </a:spcBef>
        <a:spcAft>
          <a:spcPct val="0"/>
        </a:spcAft>
        <a:buClr>
          <a:schemeClr val="accent1"/>
        </a:buClr>
        <a:buSzPct val="75000"/>
        <a:buFont typeface="Wingdings" panose="05000000000000000000" pitchFamily="2" charset="2"/>
        <a:buChar char="£"/>
        <a:defRPr kumimoji="1" sz="3200">
          <a:solidFill>
            <a:schemeClr val="tx1"/>
          </a:solidFill>
          <a:latin typeface="+mn-lt"/>
          <a:ea typeface="+mn-ea"/>
          <a:cs typeface="+mn-cs"/>
        </a:defRPr>
      </a:lvl1pPr>
      <a:lvl2pPr marL="741363" indent="-284163" algn="l" rtl="0" eaLnBrk="0" fontAlgn="base" latinLnBrk="1" hangingPunct="0">
        <a:spcBef>
          <a:spcPct val="20000"/>
        </a:spcBef>
        <a:spcAft>
          <a:spcPct val="0"/>
        </a:spcAft>
        <a:buChar char="–"/>
        <a:defRPr kumimoji="1" sz="2800">
          <a:solidFill>
            <a:schemeClr val="tx1"/>
          </a:solidFill>
          <a:latin typeface="+mn-lt"/>
          <a:ea typeface="+mn-ea"/>
        </a:defRPr>
      </a:lvl2pPr>
      <a:lvl3pPr marL="1141413" indent="-227013" algn="l" rtl="0" eaLnBrk="0" fontAlgn="base" latinLnBrk="1" hangingPunct="0">
        <a:spcBef>
          <a:spcPct val="20000"/>
        </a:spcBef>
        <a:spcAft>
          <a:spcPct val="0"/>
        </a:spcAft>
        <a:buClr>
          <a:schemeClr val="accent1"/>
        </a:buClr>
        <a:buChar char="•"/>
        <a:defRPr kumimoji="1" sz="2400">
          <a:solidFill>
            <a:schemeClr val="tx1"/>
          </a:solidFill>
          <a:latin typeface="+mn-lt"/>
          <a:ea typeface="+mn-ea"/>
        </a:defRPr>
      </a:lvl3pPr>
      <a:lvl4pPr marL="1598613" indent="-227013" algn="l" rtl="0" eaLnBrk="0" fontAlgn="base" latinLnBrk="1" hangingPunct="0">
        <a:spcBef>
          <a:spcPct val="20000"/>
        </a:spcBef>
        <a:spcAft>
          <a:spcPct val="0"/>
        </a:spcAft>
        <a:buChar char="–"/>
        <a:defRPr kumimoji="1" sz="2000">
          <a:solidFill>
            <a:schemeClr val="tx1"/>
          </a:solidFill>
          <a:latin typeface="+mn-lt"/>
          <a:ea typeface="+mn-ea"/>
        </a:defRPr>
      </a:lvl4pPr>
      <a:lvl5pPr marL="2055813" indent="-228600" algn="l" rtl="0" eaLnBrk="0" fontAlgn="base" latinLnBrk="1" hangingPunct="0">
        <a:spcBef>
          <a:spcPct val="20000"/>
        </a:spcBef>
        <a:spcAft>
          <a:spcPct val="0"/>
        </a:spcAft>
        <a:buClr>
          <a:schemeClr val="accent1"/>
        </a:buClr>
        <a:buChar char="•"/>
        <a:defRPr kumimoji="1" sz="2000">
          <a:solidFill>
            <a:schemeClr val="tx1"/>
          </a:solidFill>
          <a:latin typeface="+mn-lt"/>
          <a:ea typeface="+mn-ea"/>
        </a:defRPr>
      </a:lvl5pPr>
      <a:lvl6pPr marL="2513694" indent="-230104" algn="l" rtl="0" fontAlgn="base" latinLnBrk="1">
        <a:spcBef>
          <a:spcPct val="20000"/>
        </a:spcBef>
        <a:spcAft>
          <a:spcPct val="0"/>
        </a:spcAft>
        <a:buClr>
          <a:schemeClr val="accent1"/>
        </a:buClr>
        <a:buChar char="•"/>
        <a:defRPr kumimoji="1" sz="2000">
          <a:solidFill>
            <a:schemeClr val="tx1"/>
          </a:solidFill>
          <a:latin typeface="+mn-lt"/>
          <a:ea typeface="+mn-ea"/>
        </a:defRPr>
      </a:lvl6pPr>
      <a:lvl7pPr marL="2970728" indent="-230104" algn="l" rtl="0" fontAlgn="base" latinLnBrk="1">
        <a:spcBef>
          <a:spcPct val="20000"/>
        </a:spcBef>
        <a:spcAft>
          <a:spcPct val="0"/>
        </a:spcAft>
        <a:buClr>
          <a:schemeClr val="accent1"/>
        </a:buClr>
        <a:buChar char="•"/>
        <a:defRPr kumimoji="1" sz="2000">
          <a:solidFill>
            <a:schemeClr val="tx1"/>
          </a:solidFill>
          <a:latin typeface="+mn-lt"/>
          <a:ea typeface="+mn-ea"/>
        </a:defRPr>
      </a:lvl7pPr>
      <a:lvl8pPr marL="3427764" indent="-230104" algn="l" rtl="0" fontAlgn="base" latinLnBrk="1">
        <a:spcBef>
          <a:spcPct val="20000"/>
        </a:spcBef>
        <a:spcAft>
          <a:spcPct val="0"/>
        </a:spcAft>
        <a:buClr>
          <a:schemeClr val="accent1"/>
        </a:buClr>
        <a:buChar char="•"/>
        <a:defRPr kumimoji="1" sz="2000">
          <a:solidFill>
            <a:schemeClr val="tx1"/>
          </a:solidFill>
          <a:latin typeface="+mn-lt"/>
          <a:ea typeface="+mn-ea"/>
        </a:defRPr>
      </a:lvl8pPr>
      <a:lvl9pPr marL="3884798" indent="-230104" algn="l" rtl="0" fontAlgn="base" latinLnBrk="1">
        <a:spcBef>
          <a:spcPct val="20000"/>
        </a:spcBef>
        <a:spcAft>
          <a:spcPct val="0"/>
        </a:spcAft>
        <a:buClr>
          <a:schemeClr val="accent1"/>
        </a:buClr>
        <a:buChar char="•"/>
        <a:defRPr kumimoji="1" sz="2000">
          <a:solidFill>
            <a:schemeClr val="tx1"/>
          </a:solidFill>
          <a:latin typeface="+mn-lt"/>
          <a:ea typeface="+mn-ea"/>
        </a:defRPr>
      </a:lvl9pPr>
    </p:bodyStyle>
    <p:otherStyle>
      <a:defPPr>
        <a:defRPr lang="ko-KR"/>
      </a:defPPr>
      <a:lvl1pPr marL="0" algn="l" defTabSz="914070" rtl="0" eaLnBrk="1" latinLnBrk="1" hangingPunct="1">
        <a:defRPr sz="1800" kern="1200">
          <a:solidFill>
            <a:schemeClr val="tx1"/>
          </a:solidFill>
          <a:latin typeface="+mn-lt"/>
          <a:ea typeface="+mn-ea"/>
          <a:cs typeface="+mn-cs"/>
        </a:defRPr>
      </a:lvl1pPr>
      <a:lvl2pPr marL="457034" algn="l" defTabSz="914070" rtl="0" eaLnBrk="1" latinLnBrk="1" hangingPunct="1">
        <a:defRPr sz="1800" kern="1200">
          <a:solidFill>
            <a:schemeClr val="tx1"/>
          </a:solidFill>
          <a:latin typeface="+mn-lt"/>
          <a:ea typeface="+mn-ea"/>
          <a:cs typeface="+mn-cs"/>
        </a:defRPr>
      </a:lvl2pPr>
      <a:lvl3pPr marL="914070" algn="l" defTabSz="914070" rtl="0" eaLnBrk="1" latinLnBrk="1" hangingPunct="1">
        <a:defRPr sz="1800" kern="1200">
          <a:solidFill>
            <a:schemeClr val="tx1"/>
          </a:solidFill>
          <a:latin typeface="+mn-lt"/>
          <a:ea typeface="+mn-ea"/>
          <a:cs typeface="+mn-cs"/>
        </a:defRPr>
      </a:lvl3pPr>
      <a:lvl4pPr marL="1371106" algn="l" defTabSz="914070" rtl="0" eaLnBrk="1" latinLnBrk="1" hangingPunct="1">
        <a:defRPr sz="1800" kern="1200">
          <a:solidFill>
            <a:schemeClr val="tx1"/>
          </a:solidFill>
          <a:latin typeface="+mn-lt"/>
          <a:ea typeface="+mn-ea"/>
          <a:cs typeface="+mn-cs"/>
        </a:defRPr>
      </a:lvl4pPr>
      <a:lvl5pPr marL="1828140" algn="l" defTabSz="914070" rtl="0" eaLnBrk="1" latinLnBrk="1" hangingPunct="1">
        <a:defRPr sz="1800" kern="1200">
          <a:solidFill>
            <a:schemeClr val="tx1"/>
          </a:solidFill>
          <a:latin typeface="+mn-lt"/>
          <a:ea typeface="+mn-ea"/>
          <a:cs typeface="+mn-cs"/>
        </a:defRPr>
      </a:lvl5pPr>
      <a:lvl6pPr marL="2285176" algn="l" defTabSz="914070" rtl="0" eaLnBrk="1" latinLnBrk="1" hangingPunct="1">
        <a:defRPr sz="1800" kern="1200">
          <a:solidFill>
            <a:schemeClr val="tx1"/>
          </a:solidFill>
          <a:latin typeface="+mn-lt"/>
          <a:ea typeface="+mn-ea"/>
          <a:cs typeface="+mn-cs"/>
        </a:defRPr>
      </a:lvl6pPr>
      <a:lvl7pPr marL="2742211" algn="l" defTabSz="914070" rtl="0" eaLnBrk="1" latinLnBrk="1" hangingPunct="1">
        <a:defRPr sz="1800" kern="1200">
          <a:solidFill>
            <a:schemeClr val="tx1"/>
          </a:solidFill>
          <a:latin typeface="+mn-lt"/>
          <a:ea typeface="+mn-ea"/>
          <a:cs typeface="+mn-cs"/>
        </a:defRPr>
      </a:lvl7pPr>
      <a:lvl8pPr marL="3199246" algn="l" defTabSz="914070" rtl="0" eaLnBrk="1" latinLnBrk="1" hangingPunct="1">
        <a:defRPr sz="1800" kern="1200">
          <a:solidFill>
            <a:schemeClr val="tx1"/>
          </a:solidFill>
          <a:latin typeface="+mn-lt"/>
          <a:ea typeface="+mn-ea"/>
          <a:cs typeface="+mn-cs"/>
        </a:defRPr>
      </a:lvl8pPr>
      <a:lvl9pPr marL="3656281" algn="l" defTabSz="914070" rtl="0" eaLnBrk="1" latinLnBrk="1"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cxnSp>
        <p:nvCxnSpPr>
          <p:cNvPr id="3" name="직선 연결선 2"/>
          <p:cNvCxnSpPr/>
          <p:nvPr/>
        </p:nvCxnSpPr>
        <p:spPr>
          <a:xfrm flipV="1">
            <a:off x="71438" y="619125"/>
            <a:ext cx="9758362"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 Box 52"/>
          <p:cNvSpPr txBox="1">
            <a:spLocks noChangeArrowheads="1"/>
          </p:cNvSpPr>
          <p:nvPr/>
        </p:nvSpPr>
        <p:spPr bwMode="gray">
          <a:xfrm>
            <a:off x="4448175" y="6640513"/>
            <a:ext cx="1009650" cy="223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lIns="73951" tIns="36976" rIns="73951" bIns="36976">
            <a:spAutoFit/>
          </a:bodyPr>
          <a:lstStyle>
            <a:lvl1pPr>
              <a:defRPr>
                <a:solidFill>
                  <a:schemeClr val="tx1"/>
                </a:solidFill>
                <a:latin typeface="맑은 고딕" pitchFamily="50" charset="-127"/>
                <a:ea typeface="맑은 고딕" pitchFamily="50" charset="-127"/>
              </a:defRPr>
            </a:lvl1pPr>
            <a:lvl2pPr marL="742950" indent="-285750">
              <a:defRPr>
                <a:solidFill>
                  <a:schemeClr val="tx1"/>
                </a:solidFill>
                <a:latin typeface="맑은 고딕" pitchFamily="50" charset="-127"/>
                <a:ea typeface="맑은 고딕" pitchFamily="50" charset="-127"/>
              </a:defRPr>
            </a:lvl2pPr>
            <a:lvl3pPr marL="1143000" indent="-228600">
              <a:defRPr>
                <a:solidFill>
                  <a:schemeClr val="tx1"/>
                </a:solidFill>
                <a:latin typeface="맑은 고딕" pitchFamily="50" charset="-127"/>
                <a:ea typeface="맑은 고딕" pitchFamily="50" charset="-127"/>
              </a:defRPr>
            </a:lvl3pPr>
            <a:lvl4pPr marL="1600200" indent="-228600">
              <a:defRPr>
                <a:solidFill>
                  <a:schemeClr val="tx1"/>
                </a:solidFill>
                <a:latin typeface="맑은 고딕" pitchFamily="50" charset="-127"/>
                <a:ea typeface="맑은 고딕" pitchFamily="50" charset="-127"/>
              </a:defRPr>
            </a:lvl4pPr>
            <a:lvl5pPr marL="2057400" indent="-228600">
              <a:defRPr>
                <a:solidFill>
                  <a:schemeClr val="tx1"/>
                </a:solidFill>
                <a:latin typeface="맑은 고딕" pitchFamily="50" charset="-127"/>
                <a:ea typeface="맑은 고딕" pitchFamily="50" charset="-127"/>
              </a:defRPr>
            </a:lvl5pPr>
            <a:lvl6pPr marL="2514600" indent="-228600" fontAlgn="base">
              <a:spcBef>
                <a:spcPct val="0"/>
              </a:spcBef>
              <a:spcAft>
                <a:spcPct val="0"/>
              </a:spcAft>
              <a:defRPr>
                <a:solidFill>
                  <a:schemeClr val="tx1"/>
                </a:solidFill>
                <a:latin typeface="맑은 고딕" pitchFamily="50" charset="-127"/>
                <a:ea typeface="맑은 고딕" pitchFamily="50" charset="-127"/>
              </a:defRPr>
            </a:lvl6pPr>
            <a:lvl7pPr marL="2971800" indent="-228600" fontAlgn="base">
              <a:spcBef>
                <a:spcPct val="0"/>
              </a:spcBef>
              <a:spcAft>
                <a:spcPct val="0"/>
              </a:spcAft>
              <a:defRPr>
                <a:solidFill>
                  <a:schemeClr val="tx1"/>
                </a:solidFill>
                <a:latin typeface="맑은 고딕" pitchFamily="50" charset="-127"/>
                <a:ea typeface="맑은 고딕" pitchFamily="50" charset="-127"/>
              </a:defRPr>
            </a:lvl7pPr>
            <a:lvl8pPr marL="3429000" indent="-228600" fontAlgn="base">
              <a:spcBef>
                <a:spcPct val="0"/>
              </a:spcBef>
              <a:spcAft>
                <a:spcPct val="0"/>
              </a:spcAft>
              <a:defRPr>
                <a:solidFill>
                  <a:schemeClr val="tx1"/>
                </a:solidFill>
                <a:latin typeface="맑은 고딕" pitchFamily="50" charset="-127"/>
                <a:ea typeface="맑은 고딕" pitchFamily="50" charset="-127"/>
              </a:defRPr>
            </a:lvl8pPr>
            <a:lvl9pPr marL="3886200" indent="-228600" fontAlgn="base">
              <a:spcBef>
                <a:spcPct val="0"/>
              </a:spcBef>
              <a:spcAft>
                <a:spcPct val="0"/>
              </a:spcAft>
              <a:defRPr>
                <a:solidFill>
                  <a:schemeClr val="tx1"/>
                </a:solidFill>
                <a:latin typeface="맑은 고딕" pitchFamily="50" charset="-127"/>
                <a:ea typeface="맑은 고딕" pitchFamily="50" charset="-127"/>
              </a:defRPr>
            </a:lvl9pPr>
          </a:lstStyle>
          <a:p>
            <a:pPr algn="ctr" fontAlgn="auto">
              <a:spcBef>
                <a:spcPts val="0"/>
              </a:spcBef>
              <a:spcAft>
                <a:spcPts val="0"/>
              </a:spcAft>
              <a:defRPr/>
            </a:pPr>
            <a:fld id="{8E0540FA-8777-4F79-A5C0-6CE94A47F9D7}" type="slidenum">
              <a:rPr kumimoji="0" lang="en-US" altLang="ko-KR" sz="923" smtClean="0">
                <a:solidFill>
                  <a:prstClr val="black">
                    <a:lumMod val="65000"/>
                    <a:lumOff val="35000"/>
                  </a:prstClr>
                </a:solidFill>
                <a:latin typeface="맑은 고딕"/>
                <a:ea typeface="-윤고딕330" pitchFamily="18" charset="-127"/>
                <a:cs typeface="산돌고딕 L"/>
              </a:rPr>
              <a:pPr algn="ctr" fontAlgn="auto">
                <a:spcBef>
                  <a:spcPts val="0"/>
                </a:spcBef>
                <a:spcAft>
                  <a:spcPts val="0"/>
                </a:spcAft>
                <a:defRPr/>
              </a:pPr>
              <a:t>‹#›</a:t>
            </a:fld>
            <a:endParaRPr kumimoji="0" lang="en-US" altLang="ko-KR" sz="923">
              <a:solidFill>
                <a:prstClr val="black">
                  <a:lumMod val="65000"/>
                  <a:lumOff val="35000"/>
                </a:prstClr>
              </a:solidFill>
              <a:latin typeface="맑은 고딕"/>
              <a:ea typeface="-윤고딕330" pitchFamily="18" charset="-127"/>
              <a:cs typeface="산돌고딕 L"/>
            </a:endParaRPr>
          </a:p>
        </p:txBody>
      </p:sp>
    </p:spTree>
  </p:cSld>
  <p:clrMap bg1="lt1" tx1="dk1" bg2="lt2" tx2="dk2" accent1="accent1" accent2="accent2" accent3="accent3" accent4="accent4" accent5="accent5" accent6="accent6" hlink="hlink" folHlink="folHlink"/>
  <p:sldLayoutIdLst>
    <p:sldLayoutId id="2147484608" r:id="rId1"/>
    <p:sldLayoutId id="2147484609" r:id="rId2"/>
  </p:sldLayoutIdLst>
  <p:hf hdr="0" ftr="0" dt="0"/>
  <p:txStyles>
    <p:titleStyle>
      <a:lvl1pPr algn="ctr" rtl="0" eaLnBrk="0" fontAlgn="base" latinLnBrk="1" hangingPunct="0">
        <a:spcBef>
          <a:spcPct val="0"/>
        </a:spcBef>
        <a:spcAft>
          <a:spcPct val="0"/>
        </a:spcAft>
        <a:defRPr sz="4000" kern="1200">
          <a:solidFill>
            <a:schemeClr val="tx1"/>
          </a:solidFill>
          <a:latin typeface="+mj-lt"/>
          <a:ea typeface="+mj-ea"/>
          <a:cs typeface="+mj-cs"/>
        </a:defRPr>
      </a:lvl1pPr>
      <a:lvl2pPr algn="ctr" rtl="0" eaLnBrk="0" fontAlgn="base" latinLnBrk="1" hangingPunct="0">
        <a:spcBef>
          <a:spcPct val="0"/>
        </a:spcBef>
        <a:spcAft>
          <a:spcPct val="0"/>
        </a:spcAft>
        <a:defRPr sz="4000">
          <a:solidFill>
            <a:schemeClr val="tx1"/>
          </a:solidFill>
          <a:latin typeface="맑은 고딕" pitchFamily="50" charset="-127"/>
          <a:ea typeface="맑은 고딕" pitchFamily="50" charset="-127"/>
        </a:defRPr>
      </a:lvl2pPr>
      <a:lvl3pPr algn="ctr" rtl="0" eaLnBrk="0" fontAlgn="base" latinLnBrk="1" hangingPunct="0">
        <a:spcBef>
          <a:spcPct val="0"/>
        </a:spcBef>
        <a:spcAft>
          <a:spcPct val="0"/>
        </a:spcAft>
        <a:defRPr sz="4000">
          <a:solidFill>
            <a:schemeClr val="tx1"/>
          </a:solidFill>
          <a:latin typeface="맑은 고딕" pitchFamily="50" charset="-127"/>
          <a:ea typeface="맑은 고딕" pitchFamily="50" charset="-127"/>
        </a:defRPr>
      </a:lvl3pPr>
      <a:lvl4pPr algn="ctr" rtl="0" eaLnBrk="0" fontAlgn="base" latinLnBrk="1" hangingPunct="0">
        <a:spcBef>
          <a:spcPct val="0"/>
        </a:spcBef>
        <a:spcAft>
          <a:spcPct val="0"/>
        </a:spcAft>
        <a:defRPr sz="4000">
          <a:solidFill>
            <a:schemeClr val="tx1"/>
          </a:solidFill>
          <a:latin typeface="맑은 고딕" pitchFamily="50" charset="-127"/>
          <a:ea typeface="맑은 고딕" pitchFamily="50" charset="-127"/>
        </a:defRPr>
      </a:lvl4pPr>
      <a:lvl5pPr algn="ctr" rtl="0" eaLnBrk="0" fontAlgn="base" latinLnBrk="1" hangingPunct="0">
        <a:spcBef>
          <a:spcPct val="0"/>
        </a:spcBef>
        <a:spcAft>
          <a:spcPct val="0"/>
        </a:spcAft>
        <a:defRPr sz="4000">
          <a:solidFill>
            <a:schemeClr val="tx1"/>
          </a:solidFill>
          <a:latin typeface="맑은 고딕" pitchFamily="50" charset="-127"/>
          <a:ea typeface="맑은 고딕" pitchFamily="50" charset="-127"/>
        </a:defRPr>
      </a:lvl5pPr>
      <a:lvl6pPr marL="422041" algn="ctr" rtl="0" fontAlgn="base" latinLnBrk="1">
        <a:spcBef>
          <a:spcPct val="0"/>
        </a:spcBef>
        <a:spcAft>
          <a:spcPct val="0"/>
        </a:spcAft>
        <a:defRPr sz="4062">
          <a:solidFill>
            <a:schemeClr val="tx1"/>
          </a:solidFill>
          <a:latin typeface="맑은 고딕" pitchFamily="50" charset="-127"/>
          <a:ea typeface="맑은 고딕" pitchFamily="50" charset="-127"/>
        </a:defRPr>
      </a:lvl6pPr>
      <a:lvl7pPr marL="844083" algn="ctr" rtl="0" fontAlgn="base" latinLnBrk="1">
        <a:spcBef>
          <a:spcPct val="0"/>
        </a:spcBef>
        <a:spcAft>
          <a:spcPct val="0"/>
        </a:spcAft>
        <a:defRPr sz="4062">
          <a:solidFill>
            <a:schemeClr val="tx1"/>
          </a:solidFill>
          <a:latin typeface="맑은 고딕" pitchFamily="50" charset="-127"/>
          <a:ea typeface="맑은 고딕" pitchFamily="50" charset="-127"/>
        </a:defRPr>
      </a:lvl7pPr>
      <a:lvl8pPr marL="1266124" algn="ctr" rtl="0" fontAlgn="base" latinLnBrk="1">
        <a:spcBef>
          <a:spcPct val="0"/>
        </a:spcBef>
        <a:spcAft>
          <a:spcPct val="0"/>
        </a:spcAft>
        <a:defRPr sz="4062">
          <a:solidFill>
            <a:schemeClr val="tx1"/>
          </a:solidFill>
          <a:latin typeface="맑은 고딕" pitchFamily="50" charset="-127"/>
          <a:ea typeface="맑은 고딕" pitchFamily="50" charset="-127"/>
        </a:defRPr>
      </a:lvl8pPr>
      <a:lvl9pPr marL="1688165" algn="ctr" rtl="0" fontAlgn="base" latinLnBrk="1">
        <a:spcBef>
          <a:spcPct val="0"/>
        </a:spcBef>
        <a:spcAft>
          <a:spcPct val="0"/>
        </a:spcAft>
        <a:defRPr sz="4062">
          <a:solidFill>
            <a:schemeClr val="tx1"/>
          </a:solidFill>
          <a:latin typeface="맑은 고딕" pitchFamily="50" charset="-127"/>
          <a:ea typeface="맑은 고딕" pitchFamily="50" charset="-127"/>
        </a:defRPr>
      </a:lvl9pPr>
    </p:titleStyle>
    <p:bodyStyle>
      <a:lvl1pPr marL="315913" indent="-315913" algn="l" rtl="0" eaLnBrk="0" fontAlgn="base" latinLnBrk="1" hangingPunct="0">
        <a:spcBef>
          <a:spcPct val="20000"/>
        </a:spcBef>
        <a:spcAft>
          <a:spcPct val="0"/>
        </a:spcAft>
        <a:buFont typeface="Arial" panose="020B0604020202020204" pitchFamily="34" charset="0"/>
        <a:buChar char="•"/>
        <a:defRPr sz="2900" kern="1200">
          <a:solidFill>
            <a:schemeClr val="tx1"/>
          </a:solidFill>
          <a:latin typeface="+mn-lt"/>
          <a:ea typeface="+mn-ea"/>
          <a:cs typeface="+mn-cs"/>
        </a:defRPr>
      </a:lvl1pPr>
      <a:lvl2pPr marL="685800" indent="-263525" algn="l" rtl="0" eaLnBrk="0" fontAlgn="base" latinLnBrk="1" hangingPunct="0">
        <a:spcBef>
          <a:spcPct val="20000"/>
        </a:spcBef>
        <a:spcAft>
          <a:spcPct val="0"/>
        </a:spcAft>
        <a:buFont typeface="Arial" panose="020B0604020202020204" pitchFamily="34" charset="0"/>
        <a:buChar char="–"/>
        <a:defRPr sz="2500" kern="1200">
          <a:solidFill>
            <a:schemeClr val="tx1"/>
          </a:solidFill>
          <a:latin typeface="+mn-lt"/>
          <a:ea typeface="+mn-ea"/>
          <a:cs typeface="+mn-cs"/>
        </a:defRPr>
      </a:lvl2pPr>
      <a:lvl3pPr marL="1054100" indent="-209550" algn="l" rtl="0" eaLnBrk="0" fontAlgn="base" latinLnBrk="1" hangingPunct="0">
        <a:spcBef>
          <a:spcPct val="20000"/>
        </a:spcBef>
        <a:spcAft>
          <a:spcPct val="0"/>
        </a:spcAft>
        <a:buFont typeface="Arial" panose="020B0604020202020204" pitchFamily="34" charset="0"/>
        <a:buChar char="•"/>
        <a:defRPr sz="2200" kern="1200">
          <a:solidFill>
            <a:schemeClr val="tx1"/>
          </a:solidFill>
          <a:latin typeface="+mn-lt"/>
          <a:ea typeface="+mn-ea"/>
          <a:cs typeface="+mn-cs"/>
        </a:defRPr>
      </a:lvl3pPr>
      <a:lvl4pPr marL="1476375" indent="-209550" algn="l" rtl="0" eaLnBrk="0" fontAlgn="base" latinLnBrk="1" hangingPunct="0">
        <a:spcBef>
          <a:spcPct val="20000"/>
        </a:spcBef>
        <a:spcAft>
          <a:spcPct val="0"/>
        </a:spcAft>
        <a:buFont typeface="Arial" panose="020B0604020202020204" pitchFamily="34" charset="0"/>
        <a:buChar char="–"/>
        <a:defRPr kern="1200">
          <a:solidFill>
            <a:schemeClr val="tx1"/>
          </a:solidFill>
          <a:latin typeface="+mn-lt"/>
          <a:ea typeface="+mn-ea"/>
          <a:cs typeface="+mn-cs"/>
        </a:defRPr>
      </a:lvl4pPr>
      <a:lvl5pPr marL="1898650" indent="-209550" algn="l" rtl="0" eaLnBrk="0" fontAlgn="base" latinLnBrk="1" hangingPunct="0">
        <a:spcBef>
          <a:spcPct val="20000"/>
        </a:spcBef>
        <a:spcAft>
          <a:spcPct val="0"/>
        </a:spcAft>
        <a:buFont typeface="Arial" panose="020B0604020202020204" pitchFamily="34" charset="0"/>
        <a:buChar char="»"/>
        <a:defRPr kern="1200">
          <a:solidFill>
            <a:schemeClr val="tx1"/>
          </a:solidFill>
          <a:latin typeface="+mn-lt"/>
          <a:ea typeface="+mn-ea"/>
          <a:cs typeface="+mn-cs"/>
        </a:defRPr>
      </a:lvl5pPr>
      <a:lvl6pPr marL="2321227" indent="-211021" algn="l" defTabSz="844083" rtl="0" eaLnBrk="1" latinLnBrk="1" hangingPunct="1">
        <a:spcBef>
          <a:spcPct val="20000"/>
        </a:spcBef>
        <a:buFont typeface="Arial" pitchFamily="34" charset="0"/>
        <a:buChar char="•"/>
        <a:defRPr sz="1846" kern="1200">
          <a:solidFill>
            <a:schemeClr val="tx1"/>
          </a:solidFill>
          <a:latin typeface="+mn-lt"/>
          <a:ea typeface="+mn-ea"/>
          <a:cs typeface="+mn-cs"/>
        </a:defRPr>
      </a:lvl6pPr>
      <a:lvl7pPr marL="2743269" indent="-211021" algn="l" defTabSz="844083" rtl="0" eaLnBrk="1" latinLnBrk="1" hangingPunct="1">
        <a:spcBef>
          <a:spcPct val="20000"/>
        </a:spcBef>
        <a:buFont typeface="Arial" pitchFamily="34" charset="0"/>
        <a:buChar char="•"/>
        <a:defRPr sz="1846" kern="1200">
          <a:solidFill>
            <a:schemeClr val="tx1"/>
          </a:solidFill>
          <a:latin typeface="+mn-lt"/>
          <a:ea typeface="+mn-ea"/>
          <a:cs typeface="+mn-cs"/>
        </a:defRPr>
      </a:lvl7pPr>
      <a:lvl8pPr marL="3165310" indent="-211021" algn="l" defTabSz="844083" rtl="0" eaLnBrk="1" latinLnBrk="1" hangingPunct="1">
        <a:spcBef>
          <a:spcPct val="20000"/>
        </a:spcBef>
        <a:buFont typeface="Arial" pitchFamily="34" charset="0"/>
        <a:buChar char="•"/>
        <a:defRPr sz="1846" kern="1200">
          <a:solidFill>
            <a:schemeClr val="tx1"/>
          </a:solidFill>
          <a:latin typeface="+mn-lt"/>
          <a:ea typeface="+mn-ea"/>
          <a:cs typeface="+mn-cs"/>
        </a:defRPr>
      </a:lvl8pPr>
      <a:lvl9pPr marL="3587351" indent="-211021" algn="l" defTabSz="844083" rtl="0" eaLnBrk="1" latinLnBrk="1" hangingPunct="1">
        <a:spcBef>
          <a:spcPct val="20000"/>
        </a:spcBef>
        <a:buFont typeface="Arial" pitchFamily="34" charset="0"/>
        <a:buChar char="•"/>
        <a:defRPr sz="1846" kern="1200">
          <a:solidFill>
            <a:schemeClr val="tx1"/>
          </a:solidFill>
          <a:latin typeface="+mn-lt"/>
          <a:ea typeface="+mn-ea"/>
          <a:cs typeface="+mn-cs"/>
        </a:defRPr>
      </a:lvl9pPr>
    </p:bodyStyle>
    <p:otherStyle>
      <a:defPPr>
        <a:defRPr lang="ko-KR"/>
      </a:defPPr>
      <a:lvl1pPr marL="0" algn="l" defTabSz="844083" rtl="0" eaLnBrk="1" latinLnBrk="1" hangingPunct="1">
        <a:defRPr sz="1662" kern="1200">
          <a:solidFill>
            <a:schemeClr val="tx1"/>
          </a:solidFill>
          <a:latin typeface="+mn-lt"/>
          <a:ea typeface="+mn-ea"/>
          <a:cs typeface="+mn-cs"/>
        </a:defRPr>
      </a:lvl1pPr>
      <a:lvl2pPr marL="422041" algn="l" defTabSz="844083" rtl="0" eaLnBrk="1" latinLnBrk="1" hangingPunct="1">
        <a:defRPr sz="1662" kern="1200">
          <a:solidFill>
            <a:schemeClr val="tx1"/>
          </a:solidFill>
          <a:latin typeface="+mn-lt"/>
          <a:ea typeface="+mn-ea"/>
          <a:cs typeface="+mn-cs"/>
        </a:defRPr>
      </a:lvl2pPr>
      <a:lvl3pPr marL="844083" algn="l" defTabSz="844083" rtl="0" eaLnBrk="1" latinLnBrk="1" hangingPunct="1">
        <a:defRPr sz="1662" kern="1200">
          <a:solidFill>
            <a:schemeClr val="tx1"/>
          </a:solidFill>
          <a:latin typeface="+mn-lt"/>
          <a:ea typeface="+mn-ea"/>
          <a:cs typeface="+mn-cs"/>
        </a:defRPr>
      </a:lvl3pPr>
      <a:lvl4pPr marL="1266124" algn="l" defTabSz="844083" rtl="0" eaLnBrk="1" latinLnBrk="1" hangingPunct="1">
        <a:defRPr sz="1662" kern="1200">
          <a:solidFill>
            <a:schemeClr val="tx1"/>
          </a:solidFill>
          <a:latin typeface="+mn-lt"/>
          <a:ea typeface="+mn-ea"/>
          <a:cs typeface="+mn-cs"/>
        </a:defRPr>
      </a:lvl4pPr>
      <a:lvl5pPr marL="1688165" algn="l" defTabSz="844083" rtl="0" eaLnBrk="1" latinLnBrk="1" hangingPunct="1">
        <a:defRPr sz="1662" kern="1200">
          <a:solidFill>
            <a:schemeClr val="tx1"/>
          </a:solidFill>
          <a:latin typeface="+mn-lt"/>
          <a:ea typeface="+mn-ea"/>
          <a:cs typeface="+mn-cs"/>
        </a:defRPr>
      </a:lvl5pPr>
      <a:lvl6pPr marL="2110207" algn="l" defTabSz="844083" rtl="0" eaLnBrk="1" latinLnBrk="1" hangingPunct="1">
        <a:defRPr sz="1662" kern="1200">
          <a:solidFill>
            <a:schemeClr val="tx1"/>
          </a:solidFill>
          <a:latin typeface="+mn-lt"/>
          <a:ea typeface="+mn-ea"/>
          <a:cs typeface="+mn-cs"/>
        </a:defRPr>
      </a:lvl6pPr>
      <a:lvl7pPr marL="2532248" algn="l" defTabSz="844083" rtl="0" eaLnBrk="1" latinLnBrk="1" hangingPunct="1">
        <a:defRPr sz="1662" kern="1200">
          <a:solidFill>
            <a:schemeClr val="tx1"/>
          </a:solidFill>
          <a:latin typeface="+mn-lt"/>
          <a:ea typeface="+mn-ea"/>
          <a:cs typeface="+mn-cs"/>
        </a:defRPr>
      </a:lvl7pPr>
      <a:lvl8pPr marL="2954289" algn="l" defTabSz="844083" rtl="0" eaLnBrk="1" latinLnBrk="1" hangingPunct="1">
        <a:defRPr sz="1662" kern="1200">
          <a:solidFill>
            <a:schemeClr val="tx1"/>
          </a:solidFill>
          <a:latin typeface="+mn-lt"/>
          <a:ea typeface="+mn-ea"/>
          <a:cs typeface="+mn-cs"/>
        </a:defRPr>
      </a:lvl8pPr>
      <a:lvl9pPr marL="3376331" algn="l" defTabSz="844083" rtl="0" eaLnBrk="1" latinLnBrk="1" hangingPunct="1">
        <a:defRPr sz="1662"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cxnSp>
        <p:nvCxnSpPr>
          <p:cNvPr id="3" name="직선 연결선 2"/>
          <p:cNvCxnSpPr/>
          <p:nvPr/>
        </p:nvCxnSpPr>
        <p:spPr>
          <a:xfrm flipV="1">
            <a:off x="71438" y="619125"/>
            <a:ext cx="9758362"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 Box 52"/>
          <p:cNvSpPr txBox="1">
            <a:spLocks noChangeArrowheads="1"/>
          </p:cNvSpPr>
          <p:nvPr userDrawn="1"/>
        </p:nvSpPr>
        <p:spPr bwMode="gray">
          <a:xfrm>
            <a:off x="4448175" y="6640513"/>
            <a:ext cx="1009650"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lIns="80114" tIns="40057" rIns="80114" bIns="40057">
            <a:spAutoFit/>
          </a:bodyPr>
          <a:lstStyle>
            <a:lvl1pPr>
              <a:defRPr>
                <a:solidFill>
                  <a:schemeClr val="tx1"/>
                </a:solidFill>
                <a:latin typeface="맑은 고딕" pitchFamily="50" charset="-127"/>
                <a:ea typeface="맑은 고딕" pitchFamily="50" charset="-127"/>
              </a:defRPr>
            </a:lvl1pPr>
            <a:lvl2pPr marL="742950" indent="-285750">
              <a:defRPr>
                <a:solidFill>
                  <a:schemeClr val="tx1"/>
                </a:solidFill>
                <a:latin typeface="맑은 고딕" pitchFamily="50" charset="-127"/>
                <a:ea typeface="맑은 고딕" pitchFamily="50" charset="-127"/>
              </a:defRPr>
            </a:lvl2pPr>
            <a:lvl3pPr marL="1143000" indent="-228600">
              <a:defRPr>
                <a:solidFill>
                  <a:schemeClr val="tx1"/>
                </a:solidFill>
                <a:latin typeface="맑은 고딕" pitchFamily="50" charset="-127"/>
                <a:ea typeface="맑은 고딕" pitchFamily="50" charset="-127"/>
              </a:defRPr>
            </a:lvl3pPr>
            <a:lvl4pPr marL="1600200" indent="-228600">
              <a:defRPr>
                <a:solidFill>
                  <a:schemeClr val="tx1"/>
                </a:solidFill>
                <a:latin typeface="맑은 고딕" pitchFamily="50" charset="-127"/>
                <a:ea typeface="맑은 고딕" pitchFamily="50" charset="-127"/>
              </a:defRPr>
            </a:lvl4pPr>
            <a:lvl5pPr marL="2057400" indent="-228600">
              <a:defRPr>
                <a:solidFill>
                  <a:schemeClr val="tx1"/>
                </a:solidFill>
                <a:latin typeface="맑은 고딕" pitchFamily="50" charset="-127"/>
                <a:ea typeface="맑은 고딕" pitchFamily="50" charset="-127"/>
              </a:defRPr>
            </a:lvl5pPr>
            <a:lvl6pPr marL="2514600" indent="-228600" fontAlgn="base">
              <a:spcBef>
                <a:spcPct val="0"/>
              </a:spcBef>
              <a:spcAft>
                <a:spcPct val="0"/>
              </a:spcAft>
              <a:defRPr>
                <a:solidFill>
                  <a:schemeClr val="tx1"/>
                </a:solidFill>
                <a:latin typeface="맑은 고딕" pitchFamily="50" charset="-127"/>
                <a:ea typeface="맑은 고딕" pitchFamily="50" charset="-127"/>
              </a:defRPr>
            </a:lvl6pPr>
            <a:lvl7pPr marL="2971800" indent="-228600" fontAlgn="base">
              <a:spcBef>
                <a:spcPct val="0"/>
              </a:spcBef>
              <a:spcAft>
                <a:spcPct val="0"/>
              </a:spcAft>
              <a:defRPr>
                <a:solidFill>
                  <a:schemeClr val="tx1"/>
                </a:solidFill>
                <a:latin typeface="맑은 고딕" pitchFamily="50" charset="-127"/>
                <a:ea typeface="맑은 고딕" pitchFamily="50" charset="-127"/>
              </a:defRPr>
            </a:lvl7pPr>
            <a:lvl8pPr marL="3429000" indent="-228600" fontAlgn="base">
              <a:spcBef>
                <a:spcPct val="0"/>
              </a:spcBef>
              <a:spcAft>
                <a:spcPct val="0"/>
              </a:spcAft>
              <a:defRPr>
                <a:solidFill>
                  <a:schemeClr val="tx1"/>
                </a:solidFill>
                <a:latin typeface="맑은 고딕" pitchFamily="50" charset="-127"/>
                <a:ea typeface="맑은 고딕" pitchFamily="50" charset="-127"/>
              </a:defRPr>
            </a:lvl8pPr>
            <a:lvl9pPr marL="3886200" indent="-228600" fontAlgn="base">
              <a:spcBef>
                <a:spcPct val="0"/>
              </a:spcBef>
              <a:spcAft>
                <a:spcPct val="0"/>
              </a:spcAft>
              <a:defRPr>
                <a:solidFill>
                  <a:schemeClr val="tx1"/>
                </a:solidFill>
                <a:latin typeface="맑은 고딕" pitchFamily="50" charset="-127"/>
                <a:ea typeface="맑은 고딕" pitchFamily="50" charset="-127"/>
              </a:defRPr>
            </a:lvl9pPr>
          </a:lstStyle>
          <a:p>
            <a:pPr algn="ctr" fontAlgn="auto">
              <a:spcBef>
                <a:spcPts val="0"/>
              </a:spcBef>
              <a:spcAft>
                <a:spcPts val="0"/>
              </a:spcAft>
              <a:defRPr/>
            </a:pPr>
            <a:fld id="{85EF4213-695E-4C7A-9B6B-A3F3AB234D2D}" type="slidenum">
              <a:rPr kumimoji="0" lang="en-US" altLang="ko-KR" sz="1000" smtClean="0">
                <a:solidFill>
                  <a:prstClr val="black"/>
                </a:solidFill>
                <a:latin typeface="맑은 고딕"/>
                <a:ea typeface="-윤고딕330" pitchFamily="18" charset="-127"/>
                <a:cs typeface="산돌고딕 L"/>
              </a:rPr>
              <a:pPr algn="ctr" fontAlgn="auto">
                <a:spcBef>
                  <a:spcPts val="0"/>
                </a:spcBef>
                <a:spcAft>
                  <a:spcPts val="0"/>
                </a:spcAft>
                <a:defRPr/>
              </a:pPr>
              <a:t>‹#›</a:t>
            </a:fld>
            <a:endParaRPr kumimoji="0" lang="en-US" altLang="ko-KR" sz="1000">
              <a:solidFill>
                <a:prstClr val="black"/>
              </a:solidFill>
              <a:latin typeface="맑은 고딕"/>
              <a:ea typeface="-윤고딕330" pitchFamily="18" charset="-127"/>
              <a:cs typeface="산돌고딕 L"/>
            </a:endParaRPr>
          </a:p>
        </p:txBody>
      </p:sp>
    </p:spTree>
  </p:cSld>
  <p:clrMap bg1="lt1" tx1="dk1" bg2="lt2" tx2="dk2" accent1="accent1" accent2="accent2" accent3="accent3" accent4="accent4" accent5="accent5" accent6="accent6" hlink="hlink" folHlink="folHlink"/>
  <p:sldLayoutIdLst>
    <p:sldLayoutId id="2147484610" r:id="rId1"/>
  </p:sldLayoutIdLst>
  <p:hf hdr="0" ftr="0" dt="0"/>
  <p:txStyles>
    <p:titleStyle>
      <a:lvl1pPr algn="ctr" rtl="0" eaLnBrk="0" fontAlgn="base" latinLnBrk="1" hangingPunct="0">
        <a:spcBef>
          <a:spcPct val="0"/>
        </a:spcBef>
        <a:spcAft>
          <a:spcPct val="0"/>
        </a:spcAft>
        <a:defRPr sz="4400" kern="1200">
          <a:solidFill>
            <a:schemeClr val="tx1"/>
          </a:solidFill>
          <a:latin typeface="+mj-lt"/>
          <a:ea typeface="+mj-ea"/>
          <a:cs typeface="+mj-cs"/>
        </a:defRPr>
      </a:lvl1pPr>
      <a:lvl2pPr algn="ctr" rtl="0" eaLnBrk="0" fontAlgn="base" latinLnBrk="1" hangingPunct="0">
        <a:spcBef>
          <a:spcPct val="0"/>
        </a:spcBef>
        <a:spcAft>
          <a:spcPct val="0"/>
        </a:spcAft>
        <a:defRPr sz="4400">
          <a:solidFill>
            <a:schemeClr val="tx1"/>
          </a:solidFill>
          <a:latin typeface="맑은 고딕" pitchFamily="50" charset="-127"/>
          <a:ea typeface="맑은 고딕" pitchFamily="50" charset="-127"/>
        </a:defRPr>
      </a:lvl2pPr>
      <a:lvl3pPr algn="ctr" rtl="0" eaLnBrk="0" fontAlgn="base" latinLnBrk="1" hangingPunct="0">
        <a:spcBef>
          <a:spcPct val="0"/>
        </a:spcBef>
        <a:spcAft>
          <a:spcPct val="0"/>
        </a:spcAft>
        <a:defRPr sz="4400">
          <a:solidFill>
            <a:schemeClr val="tx1"/>
          </a:solidFill>
          <a:latin typeface="맑은 고딕" pitchFamily="50" charset="-127"/>
          <a:ea typeface="맑은 고딕" pitchFamily="50" charset="-127"/>
        </a:defRPr>
      </a:lvl3pPr>
      <a:lvl4pPr algn="ctr" rtl="0" eaLnBrk="0" fontAlgn="base" latinLnBrk="1" hangingPunct="0">
        <a:spcBef>
          <a:spcPct val="0"/>
        </a:spcBef>
        <a:spcAft>
          <a:spcPct val="0"/>
        </a:spcAft>
        <a:defRPr sz="4400">
          <a:solidFill>
            <a:schemeClr val="tx1"/>
          </a:solidFill>
          <a:latin typeface="맑은 고딕" pitchFamily="50" charset="-127"/>
          <a:ea typeface="맑은 고딕" pitchFamily="50" charset="-127"/>
        </a:defRPr>
      </a:lvl4pPr>
      <a:lvl5pPr algn="ctr" rtl="0" eaLnBrk="0" fontAlgn="base" latinLnBrk="1" hangingPunct="0">
        <a:spcBef>
          <a:spcPct val="0"/>
        </a:spcBef>
        <a:spcAft>
          <a:spcPct val="0"/>
        </a:spcAft>
        <a:defRPr sz="4400">
          <a:solidFill>
            <a:schemeClr val="tx1"/>
          </a:solidFill>
          <a:latin typeface="맑은 고딕" pitchFamily="50" charset="-127"/>
          <a:ea typeface="맑은 고딕" pitchFamily="50" charset="-127"/>
        </a:defRPr>
      </a:lvl5pPr>
      <a:lvl6pPr marL="457200" algn="ctr" rtl="0" fontAlgn="base" latinLnBrk="1">
        <a:spcBef>
          <a:spcPct val="0"/>
        </a:spcBef>
        <a:spcAft>
          <a:spcPct val="0"/>
        </a:spcAft>
        <a:defRPr sz="4400">
          <a:solidFill>
            <a:schemeClr val="tx1"/>
          </a:solidFill>
          <a:latin typeface="맑은 고딕" pitchFamily="50" charset="-127"/>
          <a:ea typeface="맑은 고딕" pitchFamily="50" charset="-127"/>
        </a:defRPr>
      </a:lvl6pPr>
      <a:lvl7pPr marL="914400" algn="ctr" rtl="0" fontAlgn="base" latinLnBrk="1">
        <a:spcBef>
          <a:spcPct val="0"/>
        </a:spcBef>
        <a:spcAft>
          <a:spcPct val="0"/>
        </a:spcAft>
        <a:defRPr sz="4400">
          <a:solidFill>
            <a:schemeClr val="tx1"/>
          </a:solidFill>
          <a:latin typeface="맑은 고딕" pitchFamily="50" charset="-127"/>
          <a:ea typeface="맑은 고딕" pitchFamily="50" charset="-127"/>
        </a:defRPr>
      </a:lvl7pPr>
      <a:lvl8pPr marL="1371600" algn="ctr" rtl="0" fontAlgn="base" latinLnBrk="1">
        <a:spcBef>
          <a:spcPct val="0"/>
        </a:spcBef>
        <a:spcAft>
          <a:spcPct val="0"/>
        </a:spcAft>
        <a:defRPr sz="4400">
          <a:solidFill>
            <a:schemeClr val="tx1"/>
          </a:solidFill>
          <a:latin typeface="맑은 고딕" pitchFamily="50" charset="-127"/>
          <a:ea typeface="맑은 고딕" pitchFamily="50" charset="-127"/>
        </a:defRPr>
      </a:lvl8pPr>
      <a:lvl9pPr marL="1828800" algn="ctr" rtl="0" fontAlgn="base" latinLnBrk="1">
        <a:spcBef>
          <a:spcPct val="0"/>
        </a:spcBef>
        <a:spcAft>
          <a:spcPct val="0"/>
        </a:spcAft>
        <a:defRPr sz="4400">
          <a:solidFill>
            <a:schemeClr val="tx1"/>
          </a:solidFill>
          <a:latin typeface="맑은 고딕" pitchFamily="50" charset="-127"/>
          <a:ea typeface="맑은 고딕" pitchFamily="50" charset="-127"/>
        </a:defRPr>
      </a:lvl9pPr>
    </p:titleStyle>
    <p:bodyStyle>
      <a:lvl1pPr marL="342900" indent="-342900" algn="l" rtl="0" eaLnBrk="0" fontAlgn="base" latinLnBrk="1"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latinLnBrk="1"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슬라이드 번호 개체 틀 3"/>
          <p:cNvSpPr txBox="1">
            <a:spLocks/>
          </p:cNvSpPr>
          <p:nvPr userDrawn="1"/>
        </p:nvSpPr>
        <p:spPr>
          <a:xfrm>
            <a:off x="4508500" y="6694488"/>
            <a:ext cx="863600" cy="119062"/>
          </a:xfrm>
          <a:prstGeom prst="rect">
            <a:avLst/>
          </a:prstGeom>
        </p:spPr>
        <p:txBody>
          <a:bodyPr anchor="ctr"/>
          <a:lstStyle>
            <a:defPPr>
              <a:defRPr lang="ko-KR"/>
            </a:defPPr>
            <a:lvl1pPr marL="0" algn="r" defTabSz="914400" rtl="0" eaLnBrk="1" latinLnBrk="1" hangingPunct="1">
              <a:defRPr sz="1200" kern="1200">
                <a:solidFill>
                  <a:schemeClr val="tx1">
                    <a:tint val="75000"/>
                  </a:schemeClr>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ctr" fontAlgn="auto">
              <a:spcBef>
                <a:spcPts val="0"/>
              </a:spcBef>
              <a:spcAft>
                <a:spcPts val="0"/>
              </a:spcAft>
              <a:defRPr/>
            </a:pPr>
            <a:fld id="{C6E8F611-2AE9-47E6-8C02-00FCF440BBB7}" type="slidenum">
              <a:rPr kumimoji="0" lang="ko-KR" altLang="en-US" sz="900" smtClean="0">
                <a:solidFill>
                  <a:prstClr val="black"/>
                </a:solidFill>
              </a:rPr>
              <a:pPr algn="ctr" fontAlgn="auto">
                <a:spcBef>
                  <a:spcPts val="0"/>
                </a:spcBef>
                <a:spcAft>
                  <a:spcPts val="0"/>
                </a:spcAft>
                <a:defRPr/>
              </a:pPr>
              <a:t>‹#›</a:t>
            </a:fld>
            <a:endParaRPr kumimoji="0" lang="ko-KR" altLang="en-US" sz="900">
              <a:solidFill>
                <a:prstClr val="black"/>
              </a:solidFill>
            </a:endParaRPr>
          </a:p>
        </p:txBody>
      </p:sp>
      <p:cxnSp>
        <p:nvCxnSpPr>
          <p:cNvPr id="3" name="직선 연결선 2"/>
          <p:cNvCxnSpPr/>
          <p:nvPr userDrawn="1"/>
        </p:nvCxnSpPr>
        <p:spPr>
          <a:xfrm>
            <a:off x="57150" y="549275"/>
            <a:ext cx="9791700"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4611" r:id="rId1"/>
  </p:sldLayoutIdLst>
  <p:hf hdr="0" ftr="0" dt="0"/>
  <p:txStyles>
    <p:titleStyle>
      <a:lvl1pPr algn="ctr" rtl="0" eaLnBrk="0" fontAlgn="base" latinLnBrk="1" hangingPunct="0">
        <a:spcBef>
          <a:spcPct val="0"/>
        </a:spcBef>
        <a:spcAft>
          <a:spcPct val="0"/>
        </a:spcAft>
        <a:defRPr sz="4400" kern="1200">
          <a:solidFill>
            <a:schemeClr val="tx1"/>
          </a:solidFill>
          <a:latin typeface="+mj-lt"/>
          <a:ea typeface="+mj-ea"/>
          <a:cs typeface="+mj-cs"/>
        </a:defRPr>
      </a:lvl1pPr>
      <a:lvl2pPr algn="ctr" rtl="0" eaLnBrk="0" fontAlgn="base" latinLnBrk="1" hangingPunct="0">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2pPr>
      <a:lvl3pPr algn="ctr" rtl="0" eaLnBrk="0" fontAlgn="base" latinLnBrk="1" hangingPunct="0">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3pPr>
      <a:lvl4pPr algn="ctr" rtl="0" eaLnBrk="0" fontAlgn="base" latinLnBrk="1" hangingPunct="0">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4pPr>
      <a:lvl5pPr algn="ctr" rtl="0" eaLnBrk="0" fontAlgn="base" latinLnBrk="1" hangingPunct="0">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5pPr>
      <a:lvl6pPr marL="457200" algn="ctr" rtl="0" fontAlgn="base" latinLnBrk="1">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6pPr>
      <a:lvl7pPr marL="914400" algn="ctr" rtl="0" fontAlgn="base" latinLnBrk="1">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7pPr>
      <a:lvl8pPr marL="1371600" algn="ctr" rtl="0" fontAlgn="base" latinLnBrk="1">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8pPr>
      <a:lvl9pPr marL="1828800" algn="ctr" rtl="0" fontAlgn="base" latinLnBrk="1">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9pPr>
    </p:titleStyle>
    <p:bodyStyle>
      <a:lvl1pPr marL="342900" indent="-342900" algn="l" rtl="0" eaLnBrk="0" fontAlgn="base" latinLnBrk="1"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latinLnBrk="1"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cxnSp>
        <p:nvCxnSpPr>
          <p:cNvPr id="3" name="직선 연결선 2"/>
          <p:cNvCxnSpPr/>
          <p:nvPr/>
        </p:nvCxnSpPr>
        <p:spPr>
          <a:xfrm flipV="1">
            <a:off x="71438" y="619125"/>
            <a:ext cx="9758362"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 Box 52"/>
          <p:cNvSpPr txBox="1">
            <a:spLocks noChangeArrowheads="1"/>
          </p:cNvSpPr>
          <p:nvPr userDrawn="1"/>
        </p:nvSpPr>
        <p:spPr bwMode="gray">
          <a:xfrm>
            <a:off x="4448175" y="6640513"/>
            <a:ext cx="1009650" cy="223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lIns="73951" tIns="36976" rIns="73951" bIns="36976">
            <a:spAutoFit/>
          </a:bodyPr>
          <a:lstStyle>
            <a:lvl1pPr>
              <a:defRPr>
                <a:solidFill>
                  <a:schemeClr val="tx1"/>
                </a:solidFill>
                <a:latin typeface="맑은 고딕" pitchFamily="50" charset="-127"/>
                <a:ea typeface="맑은 고딕" pitchFamily="50" charset="-127"/>
              </a:defRPr>
            </a:lvl1pPr>
            <a:lvl2pPr marL="742950" indent="-285750">
              <a:defRPr>
                <a:solidFill>
                  <a:schemeClr val="tx1"/>
                </a:solidFill>
                <a:latin typeface="맑은 고딕" pitchFamily="50" charset="-127"/>
                <a:ea typeface="맑은 고딕" pitchFamily="50" charset="-127"/>
              </a:defRPr>
            </a:lvl2pPr>
            <a:lvl3pPr marL="1143000" indent="-228600">
              <a:defRPr>
                <a:solidFill>
                  <a:schemeClr val="tx1"/>
                </a:solidFill>
                <a:latin typeface="맑은 고딕" pitchFamily="50" charset="-127"/>
                <a:ea typeface="맑은 고딕" pitchFamily="50" charset="-127"/>
              </a:defRPr>
            </a:lvl3pPr>
            <a:lvl4pPr marL="1600200" indent="-228600">
              <a:defRPr>
                <a:solidFill>
                  <a:schemeClr val="tx1"/>
                </a:solidFill>
                <a:latin typeface="맑은 고딕" pitchFamily="50" charset="-127"/>
                <a:ea typeface="맑은 고딕" pitchFamily="50" charset="-127"/>
              </a:defRPr>
            </a:lvl4pPr>
            <a:lvl5pPr marL="2057400" indent="-228600">
              <a:defRPr>
                <a:solidFill>
                  <a:schemeClr val="tx1"/>
                </a:solidFill>
                <a:latin typeface="맑은 고딕" pitchFamily="50" charset="-127"/>
                <a:ea typeface="맑은 고딕" pitchFamily="50" charset="-127"/>
              </a:defRPr>
            </a:lvl5pPr>
            <a:lvl6pPr marL="2514600" indent="-228600" fontAlgn="base">
              <a:spcBef>
                <a:spcPct val="0"/>
              </a:spcBef>
              <a:spcAft>
                <a:spcPct val="0"/>
              </a:spcAft>
              <a:defRPr>
                <a:solidFill>
                  <a:schemeClr val="tx1"/>
                </a:solidFill>
                <a:latin typeface="맑은 고딕" pitchFamily="50" charset="-127"/>
                <a:ea typeface="맑은 고딕" pitchFamily="50" charset="-127"/>
              </a:defRPr>
            </a:lvl6pPr>
            <a:lvl7pPr marL="2971800" indent="-228600" fontAlgn="base">
              <a:spcBef>
                <a:spcPct val="0"/>
              </a:spcBef>
              <a:spcAft>
                <a:spcPct val="0"/>
              </a:spcAft>
              <a:defRPr>
                <a:solidFill>
                  <a:schemeClr val="tx1"/>
                </a:solidFill>
                <a:latin typeface="맑은 고딕" pitchFamily="50" charset="-127"/>
                <a:ea typeface="맑은 고딕" pitchFamily="50" charset="-127"/>
              </a:defRPr>
            </a:lvl7pPr>
            <a:lvl8pPr marL="3429000" indent="-228600" fontAlgn="base">
              <a:spcBef>
                <a:spcPct val="0"/>
              </a:spcBef>
              <a:spcAft>
                <a:spcPct val="0"/>
              </a:spcAft>
              <a:defRPr>
                <a:solidFill>
                  <a:schemeClr val="tx1"/>
                </a:solidFill>
                <a:latin typeface="맑은 고딕" pitchFamily="50" charset="-127"/>
                <a:ea typeface="맑은 고딕" pitchFamily="50" charset="-127"/>
              </a:defRPr>
            </a:lvl8pPr>
            <a:lvl9pPr marL="3886200" indent="-228600" fontAlgn="base">
              <a:spcBef>
                <a:spcPct val="0"/>
              </a:spcBef>
              <a:spcAft>
                <a:spcPct val="0"/>
              </a:spcAft>
              <a:defRPr>
                <a:solidFill>
                  <a:schemeClr val="tx1"/>
                </a:solidFill>
                <a:latin typeface="맑은 고딕" pitchFamily="50" charset="-127"/>
                <a:ea typeface="맑은 고딕" pitchFamily="50" charset="-127"/>
              </a:defRPr>
            </a:lvl9pPr>
          </a:lstStyle>
          <a:p>
            <a:pPr algn="ctr" fontAlgn="auto">
              <a:spcBef>
                <a:spcPts val="0"/>
              </a:spcBef>
              <a:spcAft>
                <a:spcPts val="0"/>
              </a:spcAft>
              <a:defRPr/>
            </a:pPr>
            <a:fld id="{9676B903-12F0-47A3-A460-847A4381F045}" type="slidenum">
              <a:rPr kumimoji="0" lang="en-US" altLang="ko-KR" sz="923" b="1" smtClean="0">
                <a:solidFill>
                  <a:prstClr val="black">
                    <a:lumMod val="65000"/>
                    <a:lumOff val="35000"/>
                  </a:prstClr>
                </a:solidFill>
                <a:latin typeface="맑은 고딕"/>
                <a:ea typeface="-윤고딕330" pitchFamily="18" charset="-127"/>
                <a:cs typeface="산돌고딕 L"/>
              </a:rPr>
              <a:pPr algn="ctr" fontAlgn="auto">
                <a:spcBef>
                  <a:spcPts val="0"/>
                </a:spcBef>
                <a:spcAft>
                  <a:spcPts val="0"/>
                </a:spcAft>
                <a:defRPr/>
              </a:pPr>
              <a:t>‹#›</a:t>
            </a:fld>
            <a:endParaRPr kumimoji="0" lang="en-US" altLang="ko-KR" sz="923" b="1">
              <a:solidFill>
                <a:prstClr val="black">
                  <a:lumMod val="65000"/>
                  <a:lumOff val="35000"/>
                </a:prstClr>
              </a:solidFill>
              <a:latin typeface="맑은 고딕"/>
              <a:ea typeface="-윤고딕330" pitchFamily="18" charset="-127"/>
              <a:cs typeface="산돌고딕 L"/>
            </a:endParaRPr>
          </a:p>
        </p:txBody>
      </p:sp>
    </p:spTree>
  </p:cSld>
  <p:clrMap bg1="lt1" tx1="dk1" bg2="lt2" tx2="dk2" accent1="accent1" accent2="accent2" accent3="accent3" accent4="accent4" accent5="accent5" accent6="accent6" hlink="hlink" folHlink="folHlink"/>
  <p:sldLayoutIdLst>
    <p:sldLayoutId id="2147484612" r:id="rId1"/>
  </p:sldLayoutIdLst>
  <p:hf hdr="0" ftr="0" dt="0"/>
  <p:txStyles>
    <p:titleStyle>
      <a:lvl1pPr algn="ctr" rtl="0" eaLnBrk="0" fontAlgn="base" latinLnBrk="1" hangingPunct="0">
        <a:spcBef>
          <a:spcPct val="0"/>
        </a:spcBef>
        <a:spcAft>
          <a:spcPct val="0"/>
        </a:spcAft>
        <a:defRPr sz="4000" kern="1200">
          <a:solidFill>
            <a:schemeClr val="tx1"/>
          </a:solidFill>
          <a:latin typeface="+mj-lt"/>
          <a:ea typeface="+mj-ea"/>
          <a:cs typeface="+mj-cs"/>
        </a:defRPr>
      </a:lvl1pPr>
      <a:lvl2pPr algn="ctr" rtl="0" eaLnBrk="0" fontAlgn="base" latinLnBrk="1" hangingPunct="0">
        <a:spcBef>
          <a:spcPct val="0"/>
        </a:spcBef>
        <a:spcAft>
          <a:spcPct val="0"/>
        </a:spcAft>
        <a:defRPr sz="4000">
          <a:solidFill>
            <a:schemeClr val="tx1"/>
          </a:solidFill>
          <a:latin typeface="맑은 고딕" pitchFamily="50" charset="-127"/>
          <a:ea typeface="맑은 고딕" pitchFamily="50" charset="-127"/>
        </a:defRPr>
      </a:lvl2pPr>
      <a:lvl3pPr algn="ctr" rtl="0" eaLnBrk="0" fontAlgn="base" latinLnBrk="1" hangingPunct="0">
        <a:spcBef>
          <a:spcPct val="0"/>
        </a:spcBef>
        <a:spcAft>
          <a:spcPct val="0"/>
        </a:spcAft>
        <a:defRPr sz="4000">
          <a:solidFill>
            <a:schemeClr val="tx1"/>
          </a:solidFill>
          <a:latin typeface="맑은 고딕" pitchFamily="50" charset="-127"/>
          <a:ea typeface="맑은 고딕" pitchFamily="50" charset="-127"/>
        </a:defRPr>
      </a:lvl3pPr>
      <a:lvl4pPr algn="ctr" rtl="0" eaLnBrk="0" fontAlgn="base" latinLnBrk="1" hangingPunct="0">
        <a:spcBef>
          <a:spcPct val="0"/>
        </a:spcBef>
        <a:spcAft>
          <a:spcPct val="0"/>
        </a:spcAft>
        <a:defRPr sz="4000">
          <a:solidFill>
            <a:schemeClr val="tx1"/>
          </a:solidFill>
          <a:latin typeface="맑은 고딕" pitchFamily="50" charset="-127"/>
          <a:ea typeface="맑은 고딕" pitchFamily="50" charset="-127"/>
        </a:defRPr>
      </a:lvl4pPr>
      <a:lvl5pPr algn="ctr" rtl="0" eaLnBrk="0" fontAlgn="base" latinLnBrk="1" hangingPunct="0">
        <a:spcBef>
          <a:spcPct val="0"/>
        </a:spcBef>
        <a:spcAft>
          <a:spcPct val="0"/>
        </a:spcAft>
        <a:defRPr sz="4000">
          <a:solidFill>
            <a:schemeClr val="tx1"/>
          </a:solidFill>
          <a:latin typeface="맑은 고딕" pitchFamily="50" charset="-127"/>
          <a:ea typeface="맑은 고딕" pitchFamily="50" charset="-127"/>
        </a:defRPr>
      </a:lvl5pPr>
      <a:lvl6pPr marL="422041" algn="ctr" rtl="0" fontAlgn="base" latinLnBrk="1">
        <a:spcBef>
          <a:spcPct val="0"/>
        </a:spcBef>
        <a:spcAft>
          <a:spcPct val="0"/>
        </a:spcAft>
        <a:defRPr sz="4062">
          <a:solidFill>
            <a:schemeClr val="tx1"/>
          </a:solidFill>
          <a:latin typeface="맑은 고딕" pitchFamily="50" charset="-127"/>
          <a:ea typeface="맑은 고딕" pitchFamily="50" charset="-127"/>
        </a:defRPr>
      </a:lvl6pPr>
      <a:lvl7pPr marL="844083" algn="ctr" rtl="0" fontAlgn="base" latinLnBrk="1">
        <a:spcBef>
          <a:spcPct val="0"/>
        </a:spcBef>
        <a:spcAft>
          <a:spcPct val="0"/>
        </a:spcAft>
        <a:defRPr sz="4062">
          <a:solidFill>
            <a:schemeClr val="tx1"/>
          </a:solidFill>
          <a:latin typeface="맑은 고딕" pitchFamily="50" charset="-127"/>
          <a:ea typeface="맑은 고딕" pitchFamily="50" charset="-127"/>
        </a:defRPr>
      </a:lvl7pPr>
      <a:lvl8pPr marL="1266124" algn="ctr" rtl="0" fontAlgn="base" latinLnBrk="1">
        <a:spcBef>
          <a:spcPct val="0"/>
        </a:spcBef>
        <a:spcAft>
          <a:spcPct val="0"/>
        </a:spcAft>
        <a:defRPr sz="4062">
          <a:solidFill>
            <a:schemeClr val="tx1"/>
          </a:solidFill>
          <a:latin typeface="맑은 고딕" pitchFamily="50" charset="-127"/>
          <a:ea typeface="맑은 고딕" pitchFamily="50" charset="-127"/>
        </a:defRPr>
      </a:lvl8pPr>
      <a:lvl9pPr marL="1688165" algn="ctr" rtl="0" fontAlgn="base" latinLnBrk="1">
        <a:spcBef>
          <a:spcPct val="0"/>
        </a:spcBef>
        <a:spcAft>
          <a:spcPct val="0"/>
        </a:spcAft>
        <a:defRPr sz="4062">
          <a:solidFill>
            <a:schemeClr val="tx1"/>
          </a:solidFill>
          <a:latin typeface="맑은 고딕" pitchFamily="50" charset="-127"/>
          <a:ea typeface="맑은 고딕" pitchFamily="50" charset="-127"/>
        </a:defRPr>
      </a:lvl9pPr>
    </p:titleStyle>
    <p:bodyStyle>
      <a:lvl1pPr marL="315913" indent="-315913" algn="l" rtl="0" eaLnBrk="0" fontAlgn="base" latinLnBrk="1" hangingPunct="0">
        <a:spcBef>
          <a:spcPct val="20000"/>
        </a:spcBef>
        <a:spcAft>
          <a:spcPct val="0"/>
        </a:spcAft>
        <a:buFont typeface="Arial" panose="020B0604020202020204" pitchFamily="34" charset="0"/>
        <a:buChar char="•"/>
        <a:defRPr sz="2900" kern="1200">
          <a:solidFill>
            <a:schemeClr val="tx1"/>
          </a:solidFill>
          <a:latin typeface="+mn-lt"/>
          <a:ea typeface="+mn-ea"/>
          <a:cs typeface="+mn-cs"/>
        </a:defRPr>
      </a:lvl1pPr>
      <a:lvl2pPr marL="685800" indent="-263525" algn="l" rtl="0" eaLnBrk="0" fontAlgn="base" latinLnBrk="1" hangingPunct="0">
        <a:spcBef>
          <a:spcPct val="20000"/>
        </a:spcBef>
        <a:spcAft>
          <a:spcPct val="0"/>
        </a:spcAft>
        <a:buFont typeface="Arial" panose="020B0604020202020204" pitchFamily="34" charset="0"/>
        <a:buChar char="–"/>
        <a:defRPr sz="2500" kern="1200">
          <a:solidFill>
            <a:schemeClr val="tx1"/>
          </a:solidFill>
          <a:latin typeface="+mn-lt"/>
          <a:ea typeface="+mn-ea"/>
          <a:cs typeface="+mn-cs"/>
        </a:defRPr>
      </a:lvl2pPr>
      <a:lvl3pPr marL="1054100" indent="-209550" algn="l" rtl="0" eaLnBrk="0" fontAlgn="base" latinLnBrk="1" hangingPunct="0">
        <a:spcBef>
          <a:spcPct val="20000"/>
        </a:spcBef>
        <a:spcAft>
          <a:spcPct val="0"/>
        </a:spcAft>
        <a:buFont typeface="Arial" panose="020B0604020202020204" pitchFamily="34" charset="0"/>
        <a:buChar char="•"/>
        <a:defRPr sz="2200" kern="1200">
          <a:solidFill>
            <a:schemeClr val="tx1"/>
          </a:solidFill>
          <a:latin typeface="+mn-lt"/>
          <a:ea typeface="+mn-ea"/>
          <a:cs typeface="+mn-cs"/>
        </a:defRPr>
      </a:lvl3pPr>
      <a:lvl4pPr marL="1476375" indent="-209550" algn="l" rtl="0" eaLnBrk="0" fontAlgn="base" latinLnBrk="1" hangingPunct="0">
        <a:spcBef>
          <a:spcPct val="20000"/>
        </a:spcBef>
        <a:spcAft>
          <a:spcPct val="0"/>
        </a:spcAft>
        <a:buFont typeface="Arial" panose="020B0604020202020204" pitchFamily="34" charset="0"/>
        <a:buChar char="–"/>
        <a:defRPr kern="1200">
          <a:solidFill>
            <a:schemeClr val="tx1"/>
          </a:solidFill>
          <a:latin typeface="+mn-lt"/>
          <a:ea typeface="+mn-ea"/>
          <a:cs typeface="+mn-cs"/>
        </a:defRPr>
      </a:lvl4pPr>
      <a:lvl5pPr marL="1898650" indent="-209550" algn="l" rtl="0" eaLnBrk="0" fontAlgn="base" latinLnBrk="1" hangingPunct="0">
        <a:spcBef>
          <a:spcPct val="20000"/>
        </a:spcBef>
        <a:spcAft>
          <a:spcPct val="0"/>
        </a:spcAft>
        <a:buFont typeface="Arial" panose="020B0604020202020204" pitchFamily="34" charset="0"/>
        <a:buChar char="»"/>
        <a:defRPr kern="1200">
          <a:solidFill>
            <a:schemeClr val="tx1"/>
          </a:solidFill>
          <a:latin typeface="+mn-lt"/>
          <a:ea typeface="+mn-ea"/>
          <a:cs typeface="+mn-cs"/>
        </a:defRPr>
      </a:lvl5pPr>
      <a:lvl6pPr marL="2321227" indent="-211021" algn="l" defTabSz="844083" rtl="0" eaLnBrk="1" latinLnBrk="1" hangingPunct="1">
        <a:spcBef>
          <a:spcPct val="20000"/>
        </a:spcBef>
        <a:buFont typeface="Arial" pitchFamily="34" charset="0"/>
        <a:buChar char="•"/>
        <a:defRPr sz="1846" kern="1200">
          <a:solidFill>
            <a:schemeClr val="tx1"/>
          </a:solidFill>
          <a:latin typeface="+mn-lt"/>
          <a:ea typeface="+mn-ea"/>
          <a:cs typeface="+mn-cs"/>
        </a:defRPr>
      </a:lvl6pPr>
      <a:lvl7pPr marL="2743269" indent="-211021" algn="l" defTabSz="844083" rtl="0" eaLnBrk="1" latinLnBrk="1" hangingPunct="1">
        <a:spcBef>
          <a:spcPct val="20000"/>
        </a:spcBef>
        <a:buFont typeface="Arial" pitchFamily="34" charset="0"/>
        <a:buChar char="•"/>
        <a:defRPr sz="1846" kern="1200">
          <a:solidFill>
            <a:schemeClr val="tx1"/>
          </a:solidFill>
          <a:latin typeface="+mn-lt"/>
          <a:ea typeface="+mn-ea"/>
          <a:cs typeface="+mn-cs"/>
        </a:defRPr>
      </a:lvl7pPr>
      <a:lvl8pPr marL="3165310" indent="-211021" algn="l" defTabSz="844083" rtl="0" eaLnBrk="1" latinLnBrk="1" hangingPunct="1">
        <a:spcBef>
          <a:spcPct val="20000"/>
        </a:spcBef>
        <a:buFont typeface="Arial" pitchFamily="34" charset="0"/>
        <a:buChar char="•"/>
        <a:defRPr sz="1846" kern="1200">
          <a:solidFill>
            <a:schemeClr val="tx1"/>
          </a:solidFill>
          <a:latin typeface="+mn-lt"/>
          <a:ea typeface="+mn-ea"/>
          <a:cs typeface="+mn-cs"/>
        </a:defRPr>
      </a:lvl8pPr>
      <a:lvl9pPr marL="3587351" indent="-211021" algn="l" defTabSz="844083" rtl="0" eaLnBrk="1" latinLnBrk="1" hangingPunct="1">
        <a:spcBef>
          <a:spcPct val="20000"/>
        </a:spcBef>
        <a:buFont typeface="Arial" pitchFamily="34" charset="0"/>
        <a:buChar char="•"/>
        <a:defRPr sz="1846" kern="1200">
          <a:solidFill>
            <a:schemeClr val="tx1"/>
          </a:solidFill>
          <a:latin typeface="+mn-lt"/>
          <a:ea typeface="+mn-ea"/>
          <a:cs typeface="+mn-cs"/>
        </a:defRPr>
      </a:lvl9pPr>
    </p:bodyStyle>
    <p:otherStyle>
      <a:defPPr>
        <a:defRPr lang="ko-KR"/>
      </a:defPPr>
      <a:lvl1pPr marL="0" algn="l" defTabSz="844083" rtl="0" eaLnBrk="1" latinLnBrk="1" hangingPunct="1">
        <a:defRPr sz="1662" kern="1200">
          <a:solidFill>
            <a:schemeClr val="tx1"/>
          </a:solidFill>
          <a:latin typeface="+mn-lt"/>
          <a:ea typeface="+mn-ea"/>
          <a:cs typeface="+mn-cs"/>
        </a:defRPr>
      </a:lvl1pPr>
      <a:lvl2pPr marL="422041" algn="l" defTabSz="844083" rtl="0" eaLnBrk="1" latinLnBrk="1" hangingPunct="1">
        <a:defRPr sz="1662" kern="1200">
          <a:solidFill>
            <a:schemeClr val="tx1"/>
          </a:solidFill>
          <a:latin typeface="+mn-lt"/>
          <a:ea typeface="+mn-ea"/>
          <a:cs typeface="+mn-cs"/>
        </a:defRPr>
      </a:lvl2pPr>
      <a:lvl3pPr marL="844083" algn="l" defTabSz="844083" rtl="0" eaLnBrk="1" latinLnBrk="1" hangingPunct="1">
        <a:defRPr sz="1662" kern="1200">
          <a:solidFill>
            <a:schemeClr val="tx1"/>
          </a:solidFill>
          <a:latin typeface="+mn-lt"/>
          <a:ea typeface="+mn-ea"/>
          <a:cs typeface="+mn-cs"/>
        </a:defRPr>
      </a:lvl3pPr>
      <a:lvl4pPr marL="1266124" algn="l" defTabSz="844083" rtl="0" eaLnBrk="1" latinLnBrk="1" hangingPunct="1">
        <a:defRPr sz="1662" kern="1200">
          <a:solidFill>
            <a:schemeClr val="tx1"/>
          </a:solidFill>
          <a:latin typeface="+mn-lt"/>
          <a:ea typeface="+mn-ea"/>
          <a:cs typeface="+mn-cs"/>
        </a:defRPr>
      </a:lvl4pPr>
      <a:lvl5pPr marL="1688165" algn="l" defTabSz="844083" rtl="0" eaLnBrk="1" latinLnBrk="1" hangingPunct="1">
        <a:defRPr sz="1662" kern="1200">
          <a:solidFill>
            <a:schemeClr val="tx1"/>
          </a:solidFill>
          <a:latin typeface="+mn-lt"/>
          <a:ea typeface="+mn-ea"/>
          <a:cs typeface="+mn-cs"/>
        </a:defRPr>
      </a:lvl5pPr>
      <a:lvl6pPr marL="2110207" algn="l" defTabSz="844083" rtl="0" eaLnBrk="1" latinLnBrk="1" hangingPunct="1">
        <a:defRPr sz="1662" kern="1200">
          <a:solidFill>
            <a:schemeClr val="tx1"/>
          </a:solidFill>
          <a:latin typeface="+mn-lt"/>
          <a:ea typeface="+mn-ea"/>
          <a:cs typeface="+mn-cs"/>
        </a:defRPr>
      </a:lvl6pPr>
      <a:lvl7pPr marL="2532248" algn="l" defTabSz="844083" rtl="0" eaLnBrk="1" latinLnBrk="1" hangingPunct="1">
        <a:defRPr sz="1662" kern="1200">
          <a:solidFill>
            <a:schemeClr val="tx1"/>
          </a:solidFill>
          <a:latin typeface="+mn-lt"/>
          <a:ea typeface="+mn-ea"/>
          <a:cs typeface="+mn-cs"/>
        </a:defRPr>
      </a:lvl7pPr>
      <a:lvl8pPr marL="2954289" algn="l" defTabSz="844083" rtl="0" eaLnBrk="1" latinLnBrk="1" hangingPunct="1">
        <a:defRPr sz="1662" kern="1200">
          <a:solidFill>
            <a:schemeClr val="tx1"/>
          </a:solidFill>
          <a:latin typeface="+mn-lt"/>
          <a:ea typeface="+mn-ea"/>
          <a:cs typeface="+mn-cs"/>
        </a:defRPr>
      </a:lvl8pPr>
      <a:lvl9pPr marL="3376331" algn="l" defTabSz="844083" rtl="0" eaLnBrk="1" latinLnBrk="1" hangingPunct="1">
        <a:defRPr sz="1662"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67275" y="1492909"/>
            <a:ext cx="2735262" cy="307777"/>
          </a:xfrm>
          <a:prstGeom prst="rect">
            <a:avLst/>
          </a:prstGeom>
          <a:noFill/>
        </p:spPr>
        <p:txBody>
          <a:bodyPr>
            <a:spAutoFit/>
          </a:bodyPr>
          <a:lstStyle/>
          <a:p>
            <a:pPr>
              <a:defRPr/>
            </a:pPr>
            <a:r>
              <a:rPr lang="en-US" altLang="en-US" sz="979" b="1" dirty="0">
                <a:latin typeface="맑은 고딕" panose="020B0503020000020004" pitchFamily="50" charset="-127"/>
                <a:ea typeface="맑은 고딕" panose="020B0503020000020004" pitchFamily="50" charset="-127"/>
              </a:rPr>
              <a:t>□ Purpose</a:t>
            </a:r>
          </a:p>
        </p:txBody>
      </p:sp>
      <p:sp>
        <p:nvSpPr>
          <p:cNvPr id="6" name="TextBox 5"/>
          <p:cNvSpPr txBox="1"/>
          <p:nvPr/>
        </p:nvSpPr>
        <p:spPr>
          <a:xfrm>
            <a:off x="64044" y="132654"/>
            <a:ext cx="3919235" cy="369332"/>
          </a:xfrm>
          <a:prstGeom prst="rect">
            <a:avLst/>
          </a:prstGeom>
          <a:noFill/>
        </p:spPr>
        <p:txBody>
          <a:bodyPr wrap="square" rtlCol="0">
            <a:spAutoFit/>
          </a:bodyPr>
          <a:lstStyle/>
          <a:p>
            <a:r>
              <a:rPr lang="en-US" altLang="ko-KR" sz="1260" b="1" dirty="0">
                <a:latin typeface="맑은 고딕" panose="020B0503020000020004" pitchFamily="50" charset="-127"/>
                <a:ea typeface="맑은 고딕" panose="020B0503020000020004" pitchFamily="50" charset="-127"/>
              </a:rPr>
              <a:t>1</a:t>
            </a:r>
            <a:r>
              <a:rPr lang="en-US" altLang="ko-KR" sz="1260" b="1" dirty="0">
                <a:latin typeface="맑은 고딕" panose="020B0503020000020004" pitchFamily="50" charset="-127"/>
                <a:ea typeface="맑은 고딕" panose="020B0503020000020004" pitchFamily="50" charset="-127"/>
              </a:rPr>
              <a:t>. </a:t>
            </a:r>
            <a:r>
              <a:rPr lang="en-US" altLang="ko-KR" sz="1260" b="1" dirty="0">
                <a:latin typeface="맑은 고딕" panose="020B0503020000020004" pitchFamily="50" charset="-127"/>
                <a:ea typeface="맑은 고딕" panose="020B0503020000020004" pitchFamily="50" charset="-127"/>
              </a:rPr>
              <a:t>Serious Accidents Punishment Act Overview</a:t>
            </a:r>
            <a:endParaRPr lang="ko-KR" altLang="en-US" sz="1800" b="1" dirty="0">
              <a:latin typeface="맑은 고딕" panose="020B0503020000020004" pitchFamily="50" charset="-127"/>
              <a:ea typeface="맑은 고딕" panose="020B0503020000020004" pitchFamily="50" charset="-127"/>
            </a:endParaRPr>
          </a:p>
        </p:txBody>
      </p:sp>
      <p:sp>
        <p:nvSpPr>
          <p:cNvPr id="45" name="TextBox 44"/>
          <p:cNvSpPr txBox="1"/>
          <p:nvPr/>
        </p:nvSpPr>
        <p:spPr>
          <a:xfrm>
            <a:off x="628380" y="1807566"/>
            <a:ext cx="9149155" cy="1020216"/>
          </a:xfrm>
          <a:prstGeom prst="rect">
            <a:avLst/>
          </a:prstGeom>
          <a:noFill/>
        </p:spPr>
        <p:txBody>
          <a:bodyPr wrap="square" rtlCol="0">
            <a:spAutoFit/>
          </a:bodyPr>
          <a:lstStyle/>
          <a:p>
            <a:pPr>
              <a:lnSpc>
                <a:spcPct val="150000"/>
              </a:lnSpc>
            </a:pPr>
            <a:r>
              <a:rPr lang="en-US" altLang="en-US" sz="979" dirty="0">
                <a:latin typeface="맑은 고딕" panose="020B0503020000020004" pitchFamily="50" charset="-127"/>
                <a:ea typeface="맑은 고딕" panose="020B0503020000020004" pitchFamily="50" charset="-127"/>
              </a:rPr>
              <a:t>The purpose of this Act is to </a:t>
            </a:r>
            <a:r>
              <a:rPr lang="en-US" altLang="en-US" sz="979" dirty="0" b="1">
                <a:latin typeface="맑은 고딕" panose="020B0503020000020004" pitchFamily="50" charset="-127"/>
                <a:ea typeface="맑은 고딕" panose="020B0503020000020004" pitchFamily="50" charset="-127"/>
              </a:rPr>
              <a:t>prevent serious accidents</a:t>
            </a:r>
            <a:r>
              <a:rPr lang="en-US" altLang="en-US" sz="979" dirty="0">
                <a:latin typeface="맑은 고딕" panose="020B0503020000020004" pitchFamily="50" charset="-127"/>
                <a:ea typeface="맑은 고딕" panose="020B0503020000020004" pitchFamily="50" charset="-127"/>
              </a:rPr>
              <a:t> and to protect the lives and physical safety of citizens and </a:t>
            </a:r>
            <a:r>
              <a:rPr lang="en-US" altLang="en-US" sz="979" dirty="0" b="1">
                <a:latin typeface="맑은 고딕" panose="020B0503020000020004" pitchFamily="50" charset="-127"/>
                <a:ea typeface="맑은 고딕" panose="020B0503020000020004" pitchFamily="50" charset="-127"/>
                <a:highlight>
                  <a:srgbClr val="FFFF00"/>
                </a:highlight>
              </a:rPr>
              <a:t>workers</a:t>
            </a:r>
            <a:r>
              <a:rPr lang="en-US" altLang="en-US" sz="979" dirty="0">
                <a:latin typeface="맑은 고딕" panose="020B0503020000020004" pitchFamily="50" charset="-127"/>
                <a:ea typeface="맑은 고딕" panose="020B0503020000020004" pitchFamily="50" charset="-127"/>
                <a:highlight>
                  <a:srgbClr val="FFFF00"/>
                </a:highlight>
              </a:rPr>
              <a:t> by prescribing the </a:t>
            </a:r>
            <a:r>
              <a:rPr lang="en-US" altLang="en-US" sz="979" dirty="0" b="1" u="sng">
                <a:latin typeface="맑은 고딕" panose="020B0503020000020004" pitchFamily="50" charset="-127"/>
                <a:ea typeface="맑은 고딕" panose="020B0503020000020004" pitchFamily="50" charset="-127"/>
                <a:highlight>
                  <a:srgbClr val="FFFF00"/>
                </a:highlight>
              </a:rPr>
              <a:t>punishment</a:t>
            </a:r>
            <a:r>
              <a:rPr lang="en-US" altLang="en-US" sz="979" dirty="0" u="sng">
                <a:latin typeface="맑은 고딕" panose="020B0503020000020004" pitchFamily="50" charset="-127"/>
                <a:ea typeface="맑은 고딕" panose="020B0503020000020004" pitchFamily="50" charset="-127"/>
                <a:highlight>
                  <a:srgbClr val="FFFF00"/>
                </a:highlight>
              </a:rPr>
              <a:t> etc., of </a:t>
            </a:r>
            <a:r>
              <a:rPr lang="en-US" altLang="en-US" sz="979" dirty="0" b="1" u="sng">
                <a:latin typeface="맑은 고딕" panose="020B0503020000020004" pitchFamily="50" charset="-127"/>
                <a:ea typeface="맑은 고딕" panose="020B0503020000020004" pitchFamily="50" charset="-127"/>
                <a:highlight>
                  <a:srgbClr val="FFFF00"/>
                </a:highlight>
              </a:rPr>
              <a:t>business owners</a:t>
            </a:r>
            <a:r>
              <a:rPr lang="en-US" altLang="en-US" sz="979" dirty="0" u="sng">
                <a:latin typeface="맑은 고딕" panose="020B0503020000020004" pitchFamily="50" charset="-127"/>
                <a:ea typeface="맑은 고딕" panose="020B0503020000020004" pitchFamily="50" charset="-127"/>
                <a:highlight>
                  <a:srgbClr val="FFFF00"/>
                </a:highlight>
              </a:rPr>
              <a:t>, </a:t>
            </a:r>
            <a:r>
              <a:rPr lang="en-US" altLang="en-US" sz="979" dirty="0" b="1" u="sng">
                <a:latin typeface="맑은 고딕" panose="020B0503020000020004" pitchFamily="50" charset="-127"/>
                <a:ea typeface="맑은 고딕" panose="020B0503020000020004" pitchFamily="50" charset="-127"/>
                <a:highlight>
                  <a:srgbClr val="FFFF00"/>
                </a:highlight>
              </a:rPr>
              <a:t>responsible managing officers</a:t>
            </a:r>
            <a:r>
              <a:rPr lang="en-US" altLang="en-US" sz="979" dirty="0" u="sng">
                <a:latin typeface="맑은 고딕" panose="020B0503020000020004" pitchFamily="50" charset="-127"/>
                <a:ea typeface="맑은 고딕" panose="020B0503020000020004" pitchFamily="50" charset="-127"/>
                <a:highlight>
                  <a:srgbClr val="FFFF00"/>
                </a:highlight>
              </a:rPr>
              <a:t>,</a:t>
            </a:r>
            <a:r>
              <a:rPr lang="en-US" altLang="en-US" sz="979" dirty="0">
                <a:latin typeface="맑은 고딕" panose="020B0503020000020004" pitchFamily="50" charset="-127"/>
                <a:ea typeface="맑은 고딕" panose="020B0503020000020004" pitchFamily="50" charset="-127"/>
                <a:highlight>
                  <a:srgbClr val="FFFF00"/>
                </a:highlight>
              </a:rPr>
              <a:t> </a:t>
            </a:r>
            <a:r>
              <a:rPr lang="en-US" altLang="en-US" sz="979" dirty="0" b="1">
                <a:latin typeface="맑은 고딕" panose="020B0503020000020004" pitchFamily="50" charset="-127"/>
                <a:ea typeface="맑은 고딕" panose="020B0503020000020004" pitchFamily="50" charset="-127"/>
                <a:solidFill>
                  <a:srgbClr val="0000FF"/>
                </a:solidFill>
                <a:highlight>
                  <a:srgbClr val="FFFF00"/>
                </a:highlight>
              </a:rPr>
              <a:t>public officials, and corporations</a:t>
            </a:r>
            <a:r>
              <a:rPr lang="en-US" altLang="en-US" sz="979" dirty="0">
                <a:latin typeface="맑은 고딕" panose="020B0503020000020004" pitchFamily="50" charset="-127"/>
                <a:ea typeface="맑은 고딕" panose="020B0503020000020004" pitchFamily="50" charset="-127"/>
                <a:highlight>
                  <a:srgbClr val="FFFF00"/>
                </a:highlight>
              </a:rPr>
              <a:t> who </a:t>
            </a:r>
            <a:r>
              <a:rPr lang="en-US" altLang="en-US" sz="979" dirty="0" u="sng">
                <a:latin typeface="맑은 고딕" panose="020B0503020000020004" pitchFamily="50" charset="-127"/>
                <a:ea typeface="맑은 고딕" panose="020B0503020000020004" pitchFamily="50" charset="-127"/>
                <a:highlight>
                  <a:srgbClr val="FFFF00"/>
                </a:highlight>
              </a:rPr>
              <a:t>operate</a:t>
            </a:r>
            <a:r>
              <a:rPr lang="en-US" altLang="en-US" sz="979" dirty="0">
                <a:latin typeface="맑은 고딕" panose="020B0503020000020004" pitchFamily="50" charset="-127"/>
                <a:ea typeface="맑은 고딕" panose="020B0503020000020004" pitchFamily="50" charset="-127"/>
                <a:highlight>
                  <a:srgbClr val="FFFF00"/>
                </a:highlight>
              </a:rPr>
              <a:t> a </a:t>
            </a:r>
            <a:r>
              <a:rPr lang="en-US" altLang="en-US" sz="979" dirty="0" u="sng">
                <a:latin typeface="맑은 고딕" panose="020B0503020000020004" pitchFamily="50" charset="-127"/>
                <a:ea typeface="맑은 고딕" panose="020B0503020000020004" pitchFamily="50" charset="-127"/>
                <a:highlight>
                  <a:srgbClr val="FFFF00"/>
                </a:highlight>
              </a:rPr>
              <a:t>business or place of business</a:t>
            </a:r>
            <a:r>
              <a:rPr lang="en-US" altLang="en-US" sz="979" dirty="0">
                <a:latin typeface="맑은 고딕" panose="020B0503020000020004" pitchFamily="50" charset="-127"/>
                <a:ea typeface="맑은 고딕" panose="020B0503020000020004" pitchFamily="50" charset="-127"/>
                <a:highlight>
                  <a:srgbClr val="FFFF00"/>
                </a:highlight>
              </a:rPr>
              <a:t>, public-use facility, or public transportation, or handle raw materials or products harmful to the human body and </a:t>
            </a:r>
            <a:r>
              <a:rPr lang="en-US" altLang="en-US" sz="979" dirty="0" u="sng">
                <a:latin typeface="맑은 고딕" panose="020B0503020000020004" pitchFamily="50" charset="-127"/>
                <a:ea typeface="맑은 고딕" panose="020B0503020000020004" pitchFamily="50" charset="-127"/>
                <a:highlight>
                  <a:srgbClr val="FFFF00"/>
                </a:highlight>
              </a:rPr>
              <a:t>cause casualties by violating </a:t>
            </a:r>
            <a:r>
              <a:rPr lang="en-US" altLang="en-US" sz="979" dirty="0" b="1" u="sng">
                <a:latin typeface="맑은 고딕" panose="020B0503020000020004" pitchFamily="50" charset="-127"/>
                <a:ea typeface="맑은 고딕" panose="020B0503020000020004" pitchFamily="50" charset="-127"/>
                <a:highlight>
                  <a:srgbClr val="FFFF00"/>
                </a:highlight>
              </a:rPr>
              <a:t>safety and health</a:t>
            </a:r>
            <a:r>
              <a:rPr lang="en-US" altLang="en-US" sz="979" dirty="0" b="1" u="sng">
                <a:latin typeface="맑은 고딕" panose="020B0503020000020004" pitchFamily="50" charset="-127"/>
                <a:ea typeface="맑은 고딕" panose="020B0503020000020004" pitchFamily="50" charset="-127"/>
                <a:highlight>
                  <a:srgbClr val="FFFF00"/>
                </a:highlight>
              </a:rPr>
              <a:t> duties to take measures</a:t>
            </a:r>
            <a:r>
              <a:rPr lang="en-US" altLang="en-US" sz="979" dirty="0">
                <a:latin typeface="맑은 고딕" panose="020B0503020000020004" pitchFamily="50" charset="-127"/>
                <a:ea typeface="맑은 고딕" panose="020B0503020000020004" pitchFamily="50" charset="-127"/>
                <a:highlight>
                  <a:srgbClr val="FFFF00"/>
                </a:highlight>
              </a:rPr>
              <a:t>.</a:t>
            </a:r>
            <a:endParaRPr lang="ko-KR" altLang="en-US" sz="1400" dirty="0">
              <a:latin typeface="맑은 고딕" panose="020B0503020000020004" pitchFamily="50" charset="-127"/>
              <a:ea typeface="맑은 고딕" panose="020B0503020000020004" pitchFamily="50" charset="-127"/>
            </a:endParaRPr>
          </a:p>
        </p:txBody>
      </p:sp>
      <p:sp>
        <p:nvSpPr>
          <p:cNvPr id="58" name="TextBox 57">
            <a:extLst>
              <a:ext uri="{FF2B5EF4-FFF2-40B4-BE49-F238E27FC236}">
                <a16:creationId xmlns:a16="http://schemas.microsoft.com/office/drawing/2014/main" id="{5A2F27FB-74F2-4C78-A8A7-D221E14ADE0A}"/>
              </a:ext>
            </a:extLst>
          </p:cNvPr>
          <p:cNvSpPr txBox="1"/>
          <p:nvPr/>
        </p:nvSpPr>
        <p:spPr>
          <a:xfrm>
            <a:off x="5529064" y="3429000"/>
            <a:ext cx="2735262" cy="307777"/>
          </a:xfrm>
          <a:prstGeom prst="rect">
            <a:avLst/>
          </a:prstGeom>
          <a:noFill/>
        </p:spPr>
        <p:txBody>
          <a:bodyPr>
            <a:spAutoFit/>
          </a:bodyPr>
          <a:lstStyle/>
          <a:p>
            <a:pPr>
              <a:defRPr/>
            </a:pPr>
            <a:r>
              <a:rPr lang="en-US" altLang="en-US" sz="979" b="1" dirty="0">
                <a:latin typeface="맑은 고딕" panose="020B0503020000020004" pitchFamily="50" charset="-127"/>
                <a:ea typeface="맑은 고딕" panose="020B0503020000020004" pitchFamily="50" charset="-127"/>
              </a:rPr>
              <a:t>□ Workers</a:t>
            </a:r>
          </a:p>
        </p:txBody>
      </p:sp>
      <p:sp>
        <p:nvSpPr>
          <p:cNvPr id="63" name="TextBox 62">
            <a:extLst>
              <a:ext uri="{FF2B5EF4-FFF2-40B4-BE49-F238E27FC236}">
                <a16:creationId xmlns:a16="http://schemas.microsoft.com/office/drawing/2014/main" id="{8FC59D16-129E-4B71-B911-7CA354B496EA}"/>
              </a:ext>
            </a:extLst>
          </p:cNvPr>
          <p:cNvSpPr txBox="1"/>
          <p:nvPr/>
        </p:nvSpPr>
        <p:spPr>
          <a:xfrm>
            <a:off x="628380" y="3432880"/>
            <a:ext cx="2735262" cy="307777"/>
          </a:xfrm>
          <a:prstGeom prst="rect">
            <a:avLst/>
          </a:prstGeom>
          <a:noFill/>
        </p:spPr>
        <p:txBody>
          <a:bodyPr>
            <a:spAutoFit/>
          </a:bodyPr>
          <a:lstStyle/>
          <a:p>
            <a:pPr>
              <a:defRPr/>
            </a:pPr>
            <a:r>
              <a:rPr lang="en-US" altLang="en-US" sz="979" b="1" dirty="0">
                <a:latin typeface="맑은 고딕" panose="020B0503020000020004" pitchFamily="50" charset="-127"/>
                <a:ea typeface="맑은 고딕" panose="020B0503020000020004" pitchFamily="50" charset="-127"/>
              </a:rPr>
              <a:t>□ Serious Accidents</a:t>
            </a:r>
          </a:p>
        </p:txBody>
      </p:sp>
      <p:sp>
        <p:nvSpPr>
          <p:cNvPr id="19" name="직사각형 18">
            <a:extLst>
              <a:ext uri="{FF2B5EF4-FFF2-40B4-BE49-F238E27FC236}">
                <a16:creationId xmlns:a16="http://schemas.microsoft.com/office/drawing/2014/main" id="{4A7BDC91-9D61-4171-B944-E491217F7F0D}"/>
              </a:ext>
            </a:extLst>
          </p:cNvPr>
          <p:cNvSpPr/>
          <p:nvPr/>
        </p:nvSpPr>
        <p:spPr>
          <a:xfrm>
            <a:off x="5690170" y="3736777"/>
            <a:ext cx="3414170" cy="2312877"/>
          </a:xfrm>
          <a:prstGeom prst="rect">
            <a:avLst/>
          </a:prstGeom>
        </p:spPr>
        <p:txBody>
          <a:bodyPr wrap="square">
            <a:spAutoFit/>
          </a:bodyPr>
          <a:lstStyle/>
          <a:p>
            <a:pPr marL="171450" indent="-171450">
              <a:lnSpc>
                <a:spcPct val="150000"/>
              </a:lnSpc>
              <a:buFont typeface="Wingdings" panose="05000000000000000000" pitchFamily="2" charset="2"/>
              <a:buChar char="§"/>
            </a:pPr>
            <a:r>
              <a:rPr lang="en-US" altLang="en-US" sz="979" b="1" dirty="0">
                <a:effectLst/>
                <a:latin typeface="맑은 고딕" panose="020B0503020000020004" pitchFamily="50" charset="-127"/>
                <a:ea typeface="맑은 고딕" panose="020B0503020000020004" pitchFamily="50" charset="-127"/>
                <a:solidFill>
                  <a:srgbClr val="FF0000"/>
                </a:solidFill>
              </a:rPr>
              <a:t>Directly hired employees</a:t>
            </a:r>
            <a:endParaRPr lang="en-US" altLang="ko-KR" sz="1400" b="1" i="0" dirty="0">
              <a:solidFill>
                <a:srgbClr val="FF0000"/>
              </a:solidFill>
              <a:effectLst/>
              <a:latin typeface="맑은 고딕" panose="020B0503020000020004" pitchFamily="50" charset="-127"/>
              <a:ea typeface="맑은 고딕" panose="020B0503020000020004" pitchFamily="50" charset="-127"/>
            </a:endParaRPr>
          </a:p>
          <a:p>
            <a:pPr marL="171450" indent="-171450">
              <a:lnSpc>
                <a:spcPct val="150000"/>
              </a:lnSpc>
              <a:buFont typeface="Wingdings" panose="05000000000000000000" pitchFamily="2" charset="2"/>
              <a:buChar char="§"/>
            </a:pPr>
            <a:r>
              <a:rPr lang="en-US" altLang="en-US" sz="979" dirty="0" err="1" b="1">
                <a:latin typeface="맑은 고딕" panose="020B0503020000020004" pitchFamily="50" charset="-127"/>
                <a:ea typeface="맑은 고딕" panose="020B0503020000020004" pitchFamily="50" charset="-127"/>
              </a:rPr>
              <a:t>Those who provide labor</a:t>
            </a:r>
            <a:r>
              <a:rPr lang="en-US" altLang="en-US" sz="979" dirty="0" err="1">
                <a:latin typeface="맑은 고딕" panose="020B0503020000020004" pitchFamily="50" charset="-127"/>
                <a:ea typeface="맑은 고딕" panose="020B0503020000020004" pitchFamily="50" charset="-127"/>
              </a:rPr>
              <a:t> for consideration regardless of the form of </a:t>
            </a:r>
            <a:r>
              <a:rPr lang="en-US" altLang="en-US" sz="979" dirty="0" err="1" b="1">
                <a:latin typeface="맑은 고딕" panose="020B0503020000020004" pitchFamily="50" charset="-127"/>
                <a:ea typeface="맑은 고딕" panose="020B0503020000020004" pitchFamily="50" charset="-127"/>
              </a:rPr>
              <a:t>contract</a:t>
            </a:r>
            <a:r>
              <a:rPr lang="en-US" altLang="en-US" sz="979" dirty="0" err="1">
                <a:latin typeface="맑은 고딕" panose="020B0503020000020004" pitchFamily="50" charset="-127"/>
                <a:ea typeface="맑은 고딕" panose="020B0503020000020004" pitchFamily="50" charset="-127"/>
              </a:rPr>
              <a:t> such as contracting, outsourcing, or entrustment</a:t>
            </a:r>
          </a:p>
          <a:p>
            <a:pPr marL="171450" indent="-171450">
              <a:lnSpc>
                <a:spcPct val="150000"/>
              </a:lnSpc>
              <a:buFont typeface="Wingdings" panose="05000000000000000000" pitchFamily="2" charset="2"/>
              <a:buChar char="§"/>
            </a:pPr>
            <a:r>
              <a:rPr lang="en-US" altLang="en-US" sz="979" dirty="0" b="1">
                <a:latin typeface="맑은 고딕" panose="020B0503020000020004" pitchFamily="50" charset="-127"/>
                <a:ea typeface="맑은 고딕" panose="020B0503020000020004" pitchFamily="50" charset="-127"/>
              </a:rPr>
              <a:t>Contractors</a:t>
            </a:r>
            <a:r>
              <a:rPr lang="en-US" altLang="en-US" sz="979" dirty="0">
                <a:latin typeface="맑은 고딕" panose="020B0503020000020004" pitchFamily="50" charset="-127"/>
                <a:ea typeface="맑은 고딕" panose="020B0503020000020004" pitchFamily="50" charset="-127"/>
              </a:rPr>
              <a:t> and </a:t>
            </a:r>
            <a:r>
              <a:rPr lang="en-US" altLang="en-US" sz="979" dirty="0" b="1">
                <a:latin typeface="맑은 고딕" panose="020B0503020000020004" pitchFamily="50" charset="-127"/>
                <a:ea typeface="맑은 고딕" panose="020B0503020000020004" pitchFamily="50" charset="-127"/>
              </a:rPr>
              <a:t>contractors' workers</a:t>
            </a:r>
            <a:r>
              <a:rPr lang="en-US" altLang="en-US" sz="979" dirty="0">
                <a:latin typeface="맑은 고딕" panose="020B0503020000020004" pitchFamily="50" charset="-127"/>
                <a:ea typeface="맑은 고딕" panose="020B0503020000020004" pitchFamily="50" charset="-127"/>
              </a:rPr>
              <a:t> at each stage, and </a:t>
            </a:r>
            <a:r>
              <a:rPr lang="en-US" altLang="en-US" sz="979" dirty="0" b="1">
                <a:latin typeface="맑은 고딕" panose="020B0503020000020004" pitchFamily="50" charset="-127"/>
                <a:ea typeface="맑은 고딕" panose="020B0503020000020004" pitchFamily="50" charset="-127"/>
              </a:rPr>
              <a:t>those who provide labor</a:t>
            </a:r>
            <a:r>
              <a:rPr lang="en-US" altLang="en-US" sz="979" dirty="0">
                <a:latin typeface="맑은 고딕" panose="020B0503020000020004" pitchFamily="50" charset="-127"/>
                <a:ea typeface="맑은 고딕" panose="020B0503020000020004" pitchFamily="50" charset="-127"/>
              </a:rPr>
              <a:t> to contractors for consideration</a:t>
            </a:r>
            <a:endParaRPr lang="ko-KR" altLang="en-US" sz="1400" b="1" i="0" dirty="0">
              <a:effectLst/>
              <a:latin typeface="맑은 고딕" panose="020B0503020000020004" pitchFamily="50" charset="-127"/>
              <a:ea typeface="맑은 고딕" panose="020B0503020000020004" pitchFamily="50" charset="-127"/>
            </a:endParaRPr>
          </a:p>
        </p:txBody>
      </p:sp>
      <p:sp>
        <p:nvSpPr>
          <p:cNvPr id="66" name="직사각형 65">
            <a:extLst>
              <a:ext uri="{FF2B5EF4-FFF2-40B4-BE49-F238E27FC236}">
                <a16:creationId xmlns:a16="http://schemas.microsoft.com/office/drawing/2014/main" id="{0DD7EEBD-9E79-4F11-BCD2-7C1EAF222F68}"/>
              </a:ext>
            </a:extLst>
          </p:cNvPr>
          <p:cNvSpPr/>
          <p:nvPr/>
        </p:nvSpPr>
        <p:spPr>
          <a:xfrm>
            <a:off x="730214" y="3740657"/>
            <a:ext cx="3414170" cy="2312877"/>
          </a:xfrm>
          <a:prstGeom prst="rect">
            <a:avLst/>
          </a:prstGeom>
        </p:spPr>
        <p:txBody>
          <a:bodyPr wrap="square">
            <a:spAutoFit/>
          </a:bodyPr>
          <a:lstStyle/>
          <a:p>
            <a:pPr marL="171450" indent="-171450">
              <a:lnSpc>
                <a:spcPct val="150000"/>
              </a:lnSpc>
              <a:buFont typeface="Wingdings" panose="05000000000000000000" pitchFamily="2" charset="2"/>
              <a:buChar char="§"/>
            </a:pPr>
            <a:r>
              <a:rPr lang="en-US" altLang="en-US" sz="979" dirty="0">
                <a:latin typeface="맑은 고딕" panose="020B0503020000020004" pitchFamily="50" charset="-127"/>
                <a:ea typeface="맑은 고딕" panose="020B0503020000020004" pitchFamily="50" charset="-127"/>
                <a:solidFill>
                  <a:srgbClr val="0000FF"/>
                </a:solidFill>
              </a:rPr>
              <a:t>At least one death occurs</a:t>
            </a:r>
            <a:br/>
            <a:endParaRPr lang="en-US" altLang="ko-KR" sz="600" dirty="0">
              <a:solidFill>
                <a:srgbClr val="0000FF"/>
              </a:solidFill>
              <a:latin typeface="맑은 고딕" panose="020B0503020000020004" pitchFamily="50" charset="-127"/>
              <a:ea typeface="맑은 고딕" panose="020B0503020000020004" pitchFamily="50" charset="-127"/>
            </a:endParaRPr>
          </a:p>
          <a:p>
            <a:pPr marL="171450" indent="-171450">
              <a:lnSpc>
                <a:spcPct val="150000"/>
              </a:lnSpc>
              <a:buFont typeface="Wingdings" panose="05000000000000000000" pitchFamily="2" charset="2"/>
              <a:buChar char="§"/>
            </a:pPr>
            <a:r>
              <a:rPr lang="en-US" altLang="en-US" sz="979" dirty="0">
                <a:latin typeface="맑은 고딕" panose="020B0503020000020004" pitchFamily="50" charset="-127"/>
                <a:ea typeface="맑은 고딕" panose="020B0503020000020004" pitchFamily="50" charset="-127"/>
                <a:solidFill>
                  <a:srgbClr val="0000FF"/>
                </a:solidFill>
              </a:rPr>
              <a:t>At least two persons injured in the same accident requiring treatment for at least six months</a:t>
            </a:r>
            <a:br/>
            <a:endParaRPr lang="en-US" altLang="ko-KR" sz="700" dirty="0">
              <a:solidFill>
                <a:srgbClr val="0000FF"/>
              </a:solidFill>
              <a:latin typeface="맑은 고딕" panose="020B0503020000020004" pitchFamily="50" charset="-127"/>
              <a:ea typeface="맑은 고딕" panose="020B0503020000020004" pitchFamily="50" charset="-127"/>
            </a:endParaRPr>
          </a:p>
          <a:p>
            <a:pPr marL="171450" indent="-171450">
              <a:lnSpc>
                <a:spcPct val="150000"/>
              </a:lnSpc>
              <a:buFont typeface="Wingdings" panose="05000000000000000000" pitchFamily="2" charset="2"/>
              <a:buChar char="§"/>
            </a:pPr>
            <a:r>
              <a:rPr lang="en-US" altLang="en-US" sz="979" dirty="0">
                <a:latin typeface="맑은 고딕" panose="020B0503020000020004" pitchFamily="50" charset="-127"/>
                <a:ea typeface="맑은 고딕" panose="020B0503020000020004" pitchFamily="50" charset="-127"/>
              </a:rPr>
              <a:t>At least three persons with occupational diseases, such as acute poisoning, prescribed by Presidential Decree, occur within one year due to the same hazardous factor</a:t>
            </a:r>
            <a:endParaRPr lang="ko-KR" altLang="en-US" sz="1400" b="0" i="0" dirty="0">
              <a:effectLst/>
              <a:latin typeface="맑은 고딕" panose="020B0503020000020004" pitchFamily="50" charset="-127"/>
              <a:ea typeface="맑은 고딕" panose="020B0503020000020004" pitchFamily="50" charset="-127"/>
            </a:endParaRPr>
          </a:p>
        </p:txBody>
      </p:sp>
      <p:grpSp>
        <p:nvGrpSpPr>
          <p:cNvPr id="21" name="그룹 20">
            <a:extLst>
              <a:ext uri="{FF2B5EF4-FFF2-40B4-BE49-F238E27FC236}">
                <a16:creationId xmlns:a16="http://schemas.microsoft.com/office/drawing/2014/main" id="{6CCB2046-7447-48C4-B7F4-6282C3058A32}"/>
              </a:ext>
            </a:extLst>
          </p:cNvPr>
          <p:cNvGrpSpPr/>
          <p:nvPr/>
        </p:nvGrpSpPr>
        <p:grpSpPr>
          <a:xfrm>
            <a:off x="243679" y="780391"/>
            <a:ext cx="2982154" cy="307777"/>
            <a:chOff x="243679" y="780391"/>
            <a:chExt cx="2982154" cy="307777"/>
          </a:xfrm>
        </p:grpSpPr>
        <p:sp>
          <p:nvSpPr>
            <p:cNvPr id="70" name="TextBox 69">
              <a:extLst>
                <a:ext uri="{FF2B5EF4-FFF2-40B4-BE49-F238E27FC236}">
                  <a16:creationId xmlns:a16="http://schemas.microsoft.com/office/drawing/2014/main" id="{CC8E9042-676F-4995-928C-DADB15EA44BA}"/>
                </a:ext>
              </a:extLst>
            </p:cNvPr>
            <p:cNvSpPr txBox="1"/>
            <p:nvPr/>
          </p:nvSpPr>
          <p:spPr>
            <a:xfrm>
              <a:off x="490571" y="780391"/>
              <a:ext cx="2735262" cy="307777"/>
            </a:xfrm>
            <a:prstGeom prst="rect">
              <a:avLst/>
            </a:prstGeom>
            <a:noFill/>
          </p:spPr>
          <p:txBody>
            <a:bodyPr>
              <a:spAutoFit/>
            </a:bodyPr>
            <a:lstStyle/>
            <a:p>
              <a:pPr>
                <a:defRPr/>
              </a:pPr>
              <a:r>
                <a:rPr lang="en-US" altLang="en-US" sz="979" b="1" dirty="0">
                  <a:latin typeface="맑은 고딕" panose="020B0503020000020004" pitchFamily="50" charset="-127"/>
                  <a:ea typeface="맑은 고딕" panose="020B0503020000020004" pitchFamily="50" charset="-127"/>
                </a:rPr>
                <a:t>Act Overview</a:t>
              </a:r>
            </a:p>
          </p:txBody>
        </p:sp>
        <p:sp>
          <p:nvSpPr>
            <p:cNvPr id="71" name="Rectangle 13">
              <a:extLst>
                <a:ext uri="{FF2B5EF4-FFF2-40B4-BE49-F238E27FC236}">
                  <a16:creationId xmlns:a16="http://schemas.microsoft.com/office/drawing/2014/main" id="{7C410EDE-EA0F-4EEE-A533-758C00230822}"/>
                </a:ext>
              </a:extLst>
            </p:cNvPr>
            <p:cNvSpPr>
              <a:spLocks noChangeArrowheads="1"/>
            </p:cNvSpPr>
            <p:nvPr/>
          </p:nvSpPr>
          <p:spPr bwMode="auto">
            <a:xfrm>
              <a:off x="243679" y="800224"/>
              <a:ext cx="246892" cy="234347"/>
            </a:xfrm>
            <a:prstGeom prst="rect">
              <a:avLst/>
            </a:prstGeom>
            <a:solidFill>
              <a:srgbClr val="5A89C1"/>
            </a:solidFill>
            <a:ln w="12700">
              <a:noFill/>
              <a:miter lim="800000"/>
              <a:headEnd/>
              <a:tailEnd/>
            </a:ln>
          </p:spPr>
          <p:txBody>
            <a:bodyPr lIns="72000" tIns="72000" rIns="72000" bIns="72000" anchor="ctr">
              <a:normAutofit/>
            </a:bodyPr>
            <a:lstStyle/>
            <a:p>
              <a:pPr algn="ctr" defTabSz="900113">
                <a:defRPr/>
              </a:pPr>
              <a:r>
                <a:rPr kumimoji="0" lang="en-US" altLang="ko-KR" sz="1400" b="1" dirty="0">
                  <a:ln>
                    <a:solidFill>
                      <a:schemeClr val="bg1">
                        <a:alpha val="0"/>
                      </a:schemeClr>
                    </a:solidFill>
                  </a:ln>
                  <a:solidFill>
                    <a:schemeClr val="bg1"/>
                  </a:solidFill>
                  <a:latin typeface="맑은 고딕" panose="020B0503020000020004" pitchFamily="50" charset="-127"/>
                  <a:ea typeface="맑은 고딕" panose="020B0503020000020004" pitchFamily="50" charset="-127"/>
                </a:rPr>
                <a:t>1</a:t>
              </a:r>
            </a:p>
          </p:txBody>
        </p:sp>
      </p:grpSp>
    </p:spTree>
    <p:extLst>
      <p:ext uri="{BB962C8B-B14F-4D97-AF65-F5344CB8AC3E}">
        <p14:creationId xmlns:p14="http://schemas.microsoft.com/office/powerpoint/2010/main" val="37553362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64044" y="132654"/>
            <a:ext cx="3919235" cy="369332"/>
          </a:xfrm>
          <a:prstGeom prst="rect">
            <a:avLst/>
          </a:prstGeom>
          <a:noFill/>
        </p:spPr>
        <p:txBody>
          <a:bodyPr wrap="square" rtlCol="0">
            <a:spAutoFit/>
          </a:bodyPr>
          <a:lstStyle/>
          <a:p>
            <a:r>
              <a:rPr lang="en-US" altLang="ko-KR" sz="1260" b="1" dirty="0">
                <a:latin typeface="맑은 고딕" panose="020B0503020000020004" pitchFamily="50" charset="-127"/>
                <a:ea typeface="맑은 고딕" panose="020B0503020000020004" pitchFamily="50" charset="-127"/>
              </a:rPr>
              <a:t>2. Responsible Managing Officers under the Serious Accidents Punishment Act</a:t>
            </a:r>
            <a:endParaRPr lang="ko-KR" altLang="en-US" sz="1800" b="1" dirty="0">
              <a:latin typeface="맑은 고딕" panose="020B0503020000020004" pitchFamily="50" charset="-127"/>
              <a:ea typeface="맑은 고딕" panose="020B0503020000020004" pitchFamily="50" charset="-127"/>
            </a:endParaRPr>
          </a:p>
        </p:txBody>
      </p:sp>
      <p:grpSp>
        <p:nvGrpSpPr>
          <p:cNvPr id="16" name="그룹 15">
            <a:extLst>
              <a:ext uri="{FF2B5EF4-FFF2-40B4-BE49-F238E27FC236}">
                <a16:creationId xmlns:a16="http://schemas.microsoft.com/office/drawing/2014/main" id="{372083F0-7CB8-4BB9-A025-F4C44B54BC4E}"/>
              </a:ext>
            </a:extLst>
          </p:cNvPr>
          <p:cNvGrpSpPr/>
          <p:nvPr/>
        </p:nvGrpSpPr>
        <p:grpSpPr>
          <a:xfrm>
            <a:off x="196439" y="692696"/>
            <a:ext cx="4997352" cy="307777"/>
            <a:chOff x="243679" y="856680"/>
            <a:chExt cx="4997352" cy="307777"/>
          </a:xfrm>
        </p:grpSpPr>
        <p:sp>
          <p:nvSpPr>
            <p:cNvPr id="17" name="TextBox 16">
              <a:extLst>
                <a:ext uri="{FF2B5EF4-FFF2-40B4-BE49-F238E27FC236}">
                  <a16:creationId xmlns:a16="http://schemas.microsoft.com/office/drawing/2014/main" id="{0D56770A-A8E8-413C-9579-D7DE92F294BE}"/>
                </a:ext>
              </a:extLst>
            </p:cNvPr>
            <p:cNvSpPr txBox="1"/>
            <p:nvPr/>
          </p:nvSpPr>
          <p:spPr>
            <a:xfrm>
              <a:off x="490570" y="856680"/>
              <a:ext cx="4750461" cy="307777"/>
            </a:xfrm>
            <a:prstGeom prst="rect">
              <a:avLst/>
            </a:prstGeom>
            <a:noFill/>
          </p:spPr>
          <p:txBody>
            <a:bodyPr wrap="square">
              <a:spAutoFit/>
            </a:bodyPr>
            <a:lstStyle/>
            <a:p>
              <a:pPr>
                <a:defRPr/>
              </a:pPr>
              <a:r>
                <a:rPr lang="en-US" altLang="en-US" sz="979" b="1" dirty="0">
                  <a:latin typeface="맑은 고딕" panose="020B0503020000020004" pitchFamily="50" charset="-127"/>
                  <a:ea typeface="맑은 고딕" panose="020B0503020000020004" pitchFamily="50" charset="-127"/>
                </a:rPr>
                <a:t>Case Study on Determination of Responsible Managing Officer (Aricell Fire Accident)</a:t>
              </a:r>
              <a:endParaRPr lang="ko-KR" altLang="en-US" sz="1400" b="1">
                <a:latin typeface="맑은 고딕" panose="020B0503020000020004" pitchFamily="50" charset="-127"/>
                <a:ea typeface="맑은 고딕" panose="020B0503020000020004" pitchFamily="50" charset="-127"/>
              </a:endParaRPr>
            </a:p>
          </p:txBody>
        </p:sp>
        <p:sp>
          <p:nvSpPr>
            <p:cNvPr id="18" name="Rectangle 13">
              <a:extLst>
                <a:ext uri="{FF2B5EF4-FFF2-40B4-BE49-F238E27FC236}">
                  <a16:creationId xmlns:a16="http://schemas.microsoft.com/office/drawing/2014/main" id="{18B56F61-82DA-4E06-BB52-A28C72DA31A4}"/>
                </a:ext>
              </a:extLst>
            </p:cNvPr>
            <p:cNvSpPr>
              <a:spLocks noChangeArrowheads="1"/>
            </p:cNvSpPr>
            <p:nvPr/>
          </p:nvSpPr>
          <p:spPr bwMode="auto">
            <a:xfrm>
              <a:off x="243679" y="876513"/>
              <a:ext cx="246892" cy="234347"/>
            </a:xfrm>
            <a:prstGeom prst="rect">
              <a:avLst/>
            </a:prstGeom>
            <a:solidFill>
              <a:srgbClr val="5A89C1"/>
            </a:solidFill>
            <a:ln w="12700">
              <a:noFill/>
              <a:miter lim="800000"/>
              <a:headEnd/>
              <a:tailEnd/>
            </a:ln>
          </p:spPr>
          <p:txBody>
            <a:bodyPr lIns="72000" tIns="72000" rIns="72000" bIns="72000" anchor="ctr">
              <a:normAutofit/>
            </a:bodyPr>
            <a:lstStyle/>
            <a:p>
              <a:pPr algn="ctr" defTabSz="900113">
                <a:defRPr/>
              </a:pPr>
              <a:r>
                <a:rPr kumimoji="0" lang="en-US" altLang="ko-KR" sz="1400" b="1" dirty="0">
                  <a:ln>
                    <a:solidFill>
                      <a:schemeClr val="bg1">
                        <a:alpha val="0"/>
                      </a:schemeClr>
                    </a:solidFill>
                  </a:ln>
                  <a:solidFill>
                    <a:schemeClr val="bg1"/>
                  </a:solidFill>
                  <a:latin typeface="맑은 고딕" panose="020B0503020000020004" pitchFamily="50" charset="-127"/>
                  <a:ea typeface="맑은 고딕" panose="020B0503020000020004" pitchFamily="50" charset="-127"/>
                </a:rPr>
                <a:t>2</a:t>
              </a:r>
            </a:p>
          </p:txBody>
        </p:sp>
      </p:grpSp>
      <p:sp>
        <p:nvSpPr>
          <p:cNvPr id="5" name="직사각형 4">
            <a:extLst>
              <a:ext uri="{FF2B5EF4-FFF2-40B4-BE49-F238E27FC236}">
                <a16:creationId xmlns:a16="http://schemas.microsoft.com/office/drawing/2014/main" id="{B93AB8C6-0459-4E76-B43F-5AEE576D15F5}"/>
              </a:ext>
            </a:extLst>
          </p:cNvPr>
          <p:cNvSpPr/>
          <p:nvPr/>
        </p:nvSpPr>
        <p:spPr>
          <a:xfrm>
            <a:off x="776536" y="2595988"/>
            <a:ext cx="8784976" cy="3859518"/>
          </a:xfrm>
          <a:prstGeom prst="rect">
            <a:avLst/>
          </a:prstGeom>
          <a:ln>
            <a:solidFill>
              <a:schemeClr val="tx1"/>
            </a:solidFill>
          </a:ln>
        </p:spPr>
        <p:txBody>
          <a:bodyPr wrap="square">
            <a:spAutoFit/>
          </a:bodyPr>
          <a:lstStyle/>
          <a:p>
            <a:pPr>
              <a:lnSpc>
                <a:spcPct val="120000"/>
              </a:lnSpc>
            </a:pPr>
            <a:r>
              <a:rPr lang="en-US" altLang="ko-KR" sz="840" b="1" dirty="0">
                <a:latin typeface="맑은 고딕" panose="020B0503020000020004" pitchFamily="50" charset="-127"/>
                <a:ea typeface="맑은 고딕" panose="020B0503020000020004" pitchFamily="50" charset="-127"/>
              </a:rPr>
              <a:t>[Suwon District Court 2024Gohap833 Ruling]</a:t>
            </a:r>
            <a:br/>
            <a:endParaRPr lang="en-US" altLang="ko-KR" sz="1200" b="1">
              <a:latin typeface="맑은 고딕" panose="020B0503020000020004" pitchFamily="50" charset="-127"/>
              <a:ea typeface="맑은 고딕" panose="020B0503020000020004" pitchFamily="50" charset="-127"/>
            </a:endParaRPr>
          </a:p>
          <a:p>
            <a:pPr>
              <a:lnSpc>
                <a:spcPct val="120000"/>
              </a:lnSpc>
            </a:pPr>
            <a:r>
              <a:rPr lang="en-US" altLang="en-US" sz="840" b="1" dirty="0">
                <a:latin typeface="맑은 고딕" panose="020B0503020000020004" pitchFamily="50" charset="-127"/>
                <a:ea typeface="맑은 고딕" panose="020B0503020000020004" pitchFamily="50" charset="-127"/>
                <a:solidFill>
                  <a:srgbClr val="0000FF"/>
                </a:solidFill>
              </a:rPr>
              <a:t>Before the enactment of the Serious Accidents Punishment Act</a:t>
            </a:r>
            <a:r>
              <a:rPr lang="en-US" altLang="en-US" sz="840" dirty="0">
                <a:latin typeface="맑은 고딕" panose="020B0503020000020004" pitchFamily="50" charset="-127"/>
                <a:ea typeface="맑은 고딕" panose="020B0503020000020004" pitchFamily="50" charset="-127"/>
              </a:rPr>
              <a:t>, the representative director of a corporation was not considered a business owner, the subject of duty under the Occupational Safety and Health Act, and while there was a possibility of being considered a violator in some cases due to the reverse application of joint penalty provisions, when an accident actually occurred at a plant, </a:t>
            </a:r>
            <a:r>
              <a:rPr lang="en-US" altLang="en-US" sz="840" u="sng" dirty="0">
                <a:latin typeface="맑은 고딕" panose="020B0503020000020004" pitchFamily="50" charset="-127"/>
                <a:ea typeface="맑은 고딕" panose="020B0503020000020004" pitchFamily="50" charset="-127"/>
              </a:rPr>
              <a:t>the representative director was often not punished because of a lack of specific/direct duties or a lack of awareness regarding the non-performance of duties to take safety and health measures under the </a:t>
            </a:r>
            <a:r>
              <a:rPr lang="en-US" altLang="en-US" sz="840" b="1" u="sng" dirty="0">
                <a:latin typeface="맑은 고딕" panose="020B0503020000020004" pitchFamily="50" charset="-127"/>
                <a:ea typeface="맑은 고딕" panose="020B0503020000020004" pitchFamily="50" charset="-127"/>
              </a:rPr>
              <a:t>Occupational Safety and Health Act</a:t>
            </a:r>
            <a:r>
              <a:rPr lang="en-US" altLang="en-US" sz="840" u="sng" dirty="0">
                <a:latin typeface="맑은 고딕" panose="020B0503020000020004" pitchFamily="50" charset="-127"/>
                <a:ea typeface="맑은 고딕" panose="020B0503020000020004" pitchFamily="50" charset="-127"/>
              </a:rPr>
              <a:t>. Instead, </a:t>
            </a:r>
            <a:r>
              <a:rPr lang="en-US" altLang="en-US" sz="840" b="1" u="sng" dirty="0">
                <a:latin typeface="맑은 고딕" panose="020B0503020000020004" pitchFamily="50" charset="-127"/>
                <a:ea typeface="맑은 고딕" panose="020B0503020000020004" pitchFamily="50" charset="-127"/>
                <a:solidFill>
                  <a:srgbClr val="0000FF"/>
                </a:solidFill>
              </a:rPr>
              <a:t>on-site</a:t>
            </a:r>
            <a:r>
              <a:rPr lang="en-US" altLang="en-US" sz="840" u="sng" dirty="0">
                <a:latin typeface="맑은 고딕" panose="020B0503020000020004" pitchFamily="50" charset="-127"/>
                <a:ea typeface="맑은 고딕" panose="020B0503020000020004" pitchFamily="50" charset="-127"/>
                <a:solidFill>
                  <a:srgbClr val="0000FF"/>
                </a:solidFill>
              </a:rPr>
              <a:t> safety and health management</a:t>
            </a:r>
            <a:r>
              <a:rPr lang="en-US" altLang="en-US" sz="840" b="1" u="sng" dirty="0">
                <a:latin typeface="맑은 고딕" panose="020B0503020000020004" pitchFamily="50" charset="-127"/>
                <a:ea typeface="맑은 고딕" panose="020B0503020000020004" pitchFamily="50" charset="-127"/>
                <a:solidFill>
                  <a:srgbClr val="0000FF"/>
                </a:solidFill>
              </a:rPr>
              <a:t> officers such as site managers and plant managers were mainly punished</a:t>
            </a:r>
            <a:r>
              <a:rPr lang="en-US" altLang="en-US" sz="840" u="sng" dirty="0">
                <a:latin typeface="맑은 고딕" panose="020B0503020000020004" pitchFamily="50" charset="-127"/>
                <a:ea typeface="맑은 고딕" panose="020B0503020000020004" pitchFamily="50" charset="-127"/>
              </a:rPr>
              <a:t>.</a:t>
            </a:r>
          </a:p>
          <a:p>
            <a:pPr>
              <a:lnSpc>
                <a:spcPct val="120000"/>
              </a:lnSpc>
            </a:pPr>
            <a:endParaRPr lang="en-US" altLang="ko-KR" sz="1200">
              <a:latin typeface="맑은 고딕" panose="020B0503020000020004" pitchFamily="50" charset="-127"/>
              <a:ea typeface="맑은 고딕" panose="020B0503020000020004" pitchFamily="50" charset="-127"/>
            </a:endParaRPr>
          </a:p>
          <a:p>
            <a:r>
              <a:rPr lang="en-US" altLang="en-US" sz="840" dirty="0">
                <a:latin typeface="맑은 고딕" panose="020B0503020000020004" pitchFamily="50" charset="-127"/>
                <a:ea typeface="맑은 고딕" panose="020B0503020000020004" pitchFamily="50" charset="-127"/>
              </a:rPr>
              <a:t>Accordingly, the </a:t>
            </a:r>
            <a:r>
              <a:rPr lang="en-US" altLang="en-US" sz="840" b="1" u="sng" dirty="0">
                <a:latin typeface="맑은 고딕" panose="020B0503020000020004" pitchFamily="50" charset="-127"/>
                <a:ea typeface="맑은 고딕" panose="020B0503020000020004" pitchFamily="50" charset="-127"/>
                <a:solidFill>
                  <a:srgbClr val="0000FF"/>
                </a:solidFill>
              </a:rPr>
              <a:t>Serious Accidents Punishment Act</a:t>
            </a:r>
            <a:r>
              <a:rPr lang="en-US" altLang="en-US" sz="840" b="1" u="sng" dirty="0">
                <a:latin typeface="맑은 고딕" panose="020B0503020000020004" pitchFamily="50" charset="-127"/>
                <a:ea typeface="맑은 고딕" panose="020B0503020000020004" pitchFamily="50" charset="-127"/>
              </a:rPr>
              <a:t> clearly stipulates</a:t>
            </a:r>
            <a:r>
              <a:rPr lang="en-US" altLang="en-US" sz="840" u="sng" dirty="0">
                <a:latin typeface="맑은 고딕" panose="020B0503020000020004" pitchFamily="50" charset="-127"/>
                <a:ea typeface="맑은 고딕" panose="020B0503020000020004" pitchFamily="50" charset="-127"/>
              </a:rPr>
              <a:t> that responsible managing officers, etc., bear the duty to secure safety and health, thereby making </a:t>
            </a:r>
            <a:r>
              <a:rPr lang="en-US" altLang="en-US" sz="840" b="1" u="sng" dirty="0">
                <a:latin typeface="맑은 고딕" panose="020B0503020000020004" pitchFamily="50" charset="-127"/>
                <a:ea typeface="맑은 고딕" panose="020B0503020000020004" pitchFamily="50" charset="-127"/>
                <a:solidFill>
                  <a:srgbClr val="0000FF"/>
                </a:solidFill>
              </a:rPr>
              <a:t>representative directors of corporations</a:t>
            </a:r>
            <a:r>
              <a:rPr lang="en-US" altLang="en-US" sz="840" u="sng" dirty="0">
                <a:latin typeface="맑은 고딕" panose="020B0503020000020004" pitchFamily="50" charset="-127"/>
                <a:ea typeface="맑은 고딕" panose="020B0503020000020004" pitchFamily="50" charset="-127"/>
              </a:rPr>
              <a:t> subjects of crimes violating the Serious Accidents Punishment Act</a:t>
            </a:r>
            <a:r>
              <a:rPr lang="en-US" altLang="en-US" sz="840" dirty="0">
                <a:latin typeface="맑은 고딕" panose="020B0503020000020004" pitchFamily="50" charset="-127"/>
                <a:ea typeface="맑은 고딕" panose="020B0503020000020004" pitchFamily="50" charset="-127"/>
              </a:rPr>
              <a:t>. Therefore, in principle, a representative director should be regarded as having the status of a responsible managing officer, etc., as the person in general charge of the business who bears the duty of affirmative action under the Serious Accidents Punishment Act. Even if management authority is granted to a third party other than the representative director based on the actual operation of the business, </a:t>
            </a:r>
            <a:r>
              <a:rPr lang="en-US" altLang="en-US" sz="840" b="1" u="sng" dirty="0">
                <a:latin typeface="맑은 고딕" panose="020B0503020000020004" pitchFamily="50" charset="-127"/>
                <a:ea typeface="맑은 고딕" panose="020B0503020000020004" pitchFamily="50" charset="-127"/>
                <a:solidFill>
                  <a:srgbClr val="0000FF"/>
                </a:solidFill>
              </a:rPr>
              <a:t>caution</a:t>
            </a:r>
            <a:r>
              <a:rPr lang="en-US" altLang="en-US" sz="840" u="sng" dirty="0">
                <a:latin typeface="맑은 고딕" panose="020B0503020000020004" pitchFamily="50" charset="-127"/>
                <a:ea typeface="맑은 고딕" panose="020B0503020000020004" pitchFamily="50" charset="-127"/>
                <a:solidFill>
                  <a:srgbClr val="0000FF"/>
                </a:solidFill>
              </a:rPr>
              <a:t> must be exercised when </a:t>
            </a:r>
            <a:r>
              <a:rPr lang="en-US" altLang="en-US" sz="840" b="1" u="sng" dirty="0">
                <a:latin typeface="맑은 고딕" panose="020B0503020000020004" pitchFamily="50" charset="-127"/>
                <a:ea typeface="맑은 고딕" panose="020B0503020000020004" pitchFamily="50" charset="-127"/>
                <a:solidFill>
                  <a:srgbClr val="0000FF"/>
                </a:solidFill>
              </a:rPr>
              <a:t>recognizing a third party</a:t>
            </a:r>
            <a:r>
              <a:rPr lang="en-US" altLang="en-US" sz="840" b="1" u="sng" dirty="0">
                <a:latin typeface="맑은 고딕" panose="020B0503020000020004" pitchFamily="50" charset="-127"/>
                <a:ea typeface="맑은 고딕" panose="020B0503020000020004" pitchFamily="50" charset="-127"/>
                <a:solidFill>
                  <a:srgbClr val="0000FF"/>
                </a:solidFill>
              </a:rPr>
              <a:t> other than the representative director as a responsible managing officer, etc.</a:t>
            </a:r>
            <a:r>
              <a:rPr lang="en-US" altLang="en-US" sz="840" u="sng" dirty="0">
                <a:latin typeface="맑은 고딕" panose="020B0503020000020004" pitchFamily="50" charset="-127"/>
                <a:ea typeface="맑은 고딕" panose="020B0503020000020004" pitchFamily="50" charset="-127"/>
                <a:solidFill>
                  <a:srgbClr val="0000FF"/>
                </a:solidFill>
              </a:rPr>
              <a:t>, in light of the aforementioned legislative purpose.</a:t>
            </a:r>
          </a:p>
          <a:p>
            <a:endParaRPr lang="en-US" altLang="ko-KR" sz="1200">
              <a:latin typeface="맑은 고딕" panose="020B0503020000020004" pitchFamily="50" charset="-127"/>
              <a:ea typeface="맑은 고딕" panose="020B0503020000020004" pitchFamily="50" charset="-127"/>
            </a:endParaRPr>
          </a:p>
          <a:p>
            <a:r>
              <a:rPr lang="en-US" altLang="en-US" sz="840" dirty="0">
                <a:latin typeface="맑은 고딕" panose="020B0503020000020004" pitchFamily="50" charset="-127"/>
                <a:ea typeface="맑은 고딕" panose="020B0503020000020004" pitchFamily="50" charset="-127"/>
              </a:rPr>
              <a:t>Otherwise, a representative director could easily create an appearance or formality to evade the duty of affirmative action under the Serious Accidents Punishment Act by putting forward a third party, which would result in the representative director abandoning the duty to secure the safety and health of workers. Therefore, </a:t>
            </a:r>
            <a:r>
              <a:rPr lang="en-US" altLang="en-US" sz="840" u="sng" dirty="0">
                <a:latin typeface="맑은 고딕" panose="020B0503020000020004" pitchFamily="50" charset="-127"/>
                <a:ea typeface="맑은 고딕" panose="020B0503020000020004" pitchFamily="50" charset="-127"/>
              </a:rPr>
              <a:t>only in </a:t>
            </a:r>
            <a:r>
              <a:rPr lang="en-US" altLang="en-US" sz="840" b="1" u="sng" dirty="0">
                <a:latin typeface="맑은 고딕" panose="020B0503020000020004" pitchFamily="50" charset="-127"/>
                <a:ea typeface="맑은 고딕" panose="020B0503020000020004" pitchFamily="50" charset="-127"/>
                <a:solidFill>
                  <a:srgbClr val="0000FF"/>
                </a:solidFill>
              </a:rPr>
              <a:t>special circumstances where it is recognized as unjust to impose the duty of affirmative action on a </a:t>
            </a:r>
            <a:r>
              <a:rPr lang="en-US" altLang="en-US" sz="840" u="sng" dirty="0">
                <a:latin typeface="맑은 고딕" panose="020B0503020000020004" pitchFamily="50" charset="-127"/>
                <a:ea typeface="맑은 고딕" panose="020B0503020000020004" pitchFamily="50" charset="-127"/>
                <a:solidFill>
                  <a:srgbClr val="0000FF"/>
                </a:solidFill>
              </a:rPr>
              <a:t>nominal representative director</a:t>
            </a:r>
            <a:r>
              <a:rPr lang="en-US" altLang="en-US" sz="840" u="sng" dirty="0">
                <a:latin typeface="맑은 고딕" panose="020B0503020000020004" pitchFamily="50" charset="-127"/>
                <a:ea typeface="맑은 고딕" panose="020B0503020000020004" pitchFamily="50" charset="-127"/>
              </a:rPr>
              <a:t>, such as when the representative director exists only formally and not only fails to exercise any actual management authority but is also not in a position to do so, is it appropriate to consider a third party as the responsible managing officer, etc., as the person in general charge of the business.</a:t>
            </a:r>
            <a:endParaRPr lang="ko-KR" altLang="en-US" sz="1400" u="sng">
              <a:latin typeface="맑은 고딕" panose="020B0503020000020004" pitchFamily="50" charset="-127"/>
              <a:ea typeface="맑은 고딕" panose="020B0503020000020004" pitchFamily="50" charset="-127"/>
            </a:endParaRPr>
          </a:p>
        </p:txBody>
      </p:sp>
      <p:sp>
        <p:nvSpPr>
          <p:cNvPr id="7" name="직사각형 6">
            <a:extLst>
              <a:ext uri="{FF2B5EF4-FFF2-40B4-BE49-F238E27FC236}">
                <a16:creationId xmlns:a16="http://schemas.microsoft.com/office/drawing/2014/main" id="{FC20067F-FC63-4902-A16A-FFF2F10E6BC7}"/>
              </a:ext>
            </a:extLst>
          </p:cNvPr>
          <p:cNvSpPr/>
          <p:nvPr/>
        </p:nvSpPr>
        <p:spPr>
          <a:xfrm>
            <a:off x="432306" y="1157419"/>
            <a:ext cx="9586520" cy="1204882"/>
          </a:xfrm>
          <a:prstGeom prst="rect">
            <a:avLst/>
          </a:prstGeom>
        </p:spPr>
        <p:txBody>
          <a:bodyPr wrap="square">
            <a:spAutoFit/>
          </a:bodyPr>
          <a:lstStyle/>
          <a:p>
            <a:pPr marL="180000" indent="-180000">
              <a:lnSpc>
                <a:spcPct val="150000"/>
              </a:lnSpc>
              <a:buFont typeface="Wingdings" panose="05000000000000000000" pitchFamily="2" charset="2"/>
              <a:buChar char="§"/>
            </a:pPr>
            <a:r>
              <a:rPr lang="en-US" altLang="ko-KR" sz="979" spc="0" dirty="0">
                <a:latin typeface="맑은 고딕" panose="020B0503020000020004" pitchFamily="50" charset="-127"/>
                <a:ea typeface="맑은 고딕" panose="020B0503020000020004" pitchFamily="50" charset="-127"/>
              </a:rPr>
              <a:t>23 fatalities in the 2024 Aricell Plant fire accident. The </a:t>
            </a:r>
            <a:r>
              <a:rPr lang="en-US" altLang="ko-KR" sz="979" spc="0" b="1" dirty="0">
                <a:latin typeface="맑은 고딕" panose="020B0503020000020004" pitchFamily="50" charset="-127"/>
                <a:ea typeface="맑은 고딕" panose="020B0503020000020004" pitchFamily="50" charset="-127"/>
              </a:rPr>
              <a:t>CEO</a:t>
            </a:r>
            <a:r>
              <a:rPr lang="en-US" altLang="ko-KR" sz="979" spc="0" dirty="0">
                <a:latin typeface="맑은 고딕" panose="020B0503020000020004" pitchFamily="50" charset="-127"/>
                <a:ea typeface="맑은 고딕" panose="020B0503020000020004" pitchFamily="50" charset="-127"/>
              </a:rPr>
              <a:t> argued he was </a:t>
            </a:r>
            <a:r>
              <a:rPr lang="en-US" altLang="ko-KR" sz="979" spc="0" b="1" dirty="0">
                <a:latin typeface="맑은 고딕" panose="020B0503020000020004" pitchFamily="50" charset="-127"/>
                <a:ea typeface="맑은 고딕" panose="020B0503020000020004" pitchFamily="50" charset="-127"/>
              </a:rPr>
              <a:t>not the responsible managing officer</a:t>
            </a:r>
            <a:r>
              <a:rPr lang="en-US" altLang="ko-KR" sz="979" spc="0" dirty="0">
                <a:latin typeface="맑은 고딕" panose="020B0503020000020004" pitchFamily="50" charset="-127"/>
                <a:ea typeface="맑은 고딕" panose="020B0503020000020004" pitchFamily="50" charset="-127"/>
              </a:rPr>
              <a:t>, claiming his son (Head of Division) held actual authority.</a:t>
            </a:r>
            <a:br/>
            <a:br/>
            <a:endParaRPr lang="en-US" altLang="ko-KR" sz="300" spc="-150">
              <a:latin typeface="맑은 고딕" panose="020B0503020000020004" pitchFamily="50" charset="-127"/>
              <a:ea typeface="맑은 고딕" panose="020B0503020000020004" pitchFamily="50" charset="-127"/>
            </a:endParaRPr>
          </a:p>
          <a:p>
            <a:pPr marL="180000" indent="-180000">
              <a:lnSpc>
                <a:spcPct val="150000"/>
              </a:lnSpc>
              <a:buFont typeface="Wingdings" panose="05000000000000000000" pitchFamily="2" charset="2"/>
              <a:buChar char="§"/>
            </a:pPr>
            <a:r>
              <a:rPr lang="en-US" altLang="en-US" sz="979" spc="0" dirty="0">
                <a:latin typeface="맑은 고딕" panose="020B0503020000020004" pitchFamily="50" charset="-127"/>
                <a:ea typeface="맑은 고딕" panose="020B0503020000020004" pitchFamily="50" charset="-127"/>
              </a:rPr>
              <a:t>However, the court recognized the CEO as the responsible managing officer based on: </a:t>
            </a:r>
            <a:br/>
            <a:r>
              <a:rPr lang="en-US" altLang="en-US" sz="979" spc="0" dirty="0">
                <a:latin typeface="맑은 고딕" panose="020B0503020000020004" pitchFamily="50" charset="-127"/>
                <a:ea typeface="맑은 고딕" panose="020B0503020000020004" pitchFamily="50" charset="-127"/>
              </a:rPr>
              <a:t>I. Awareness of status as CEO, II. Receipt of detailed reports on overall management, III. Exercise of direction and supervision authority over the Head of Division when necessary, IV. Final decision-making authority and instructions held in all areas, etc.</a:t>
            </a:r>
            <a:endParaRPr lang="en-US" altLang="ko-KR" sz="1200" spc="-150">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1403467755"/>
      </p:ext>
    </p:extLst>
  </p:cSld>
  <p:clrMapOvr>
    <a:masterClrMapping/>
  </p:clrMapOvr>
</p:sld>
</file>

<file path=ppt/theme/theme1.xml><?xml version="1.0" encoding="utf-8"?>
<a:theme xmlns:a="http://schemas.openxmlformats.org/drawingml/2006/main" name="8_realpt-052">
  <a:themeElements>
    <a:clrScheme name="realpt-052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realpt-052">
      <a:majorFont>
        <a:latin typeface="굴림"/>
        <a:ea typeface="굴림"/>
        <a:cs typeface=""/>
      </a:majorFont>
      <a:minorFont>
        <a:latin typeface="굴림"/>
        <a:ea typeface="굴림"/>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12700">
          <a:solidFill>
            <a:schemeClr val="bg1">
              <a:lumMod val="75000"/>
            </a:schemeClr>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raClrScheme>
      <a:clrScheme name="realpt-052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realpt-052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realpt-052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realpt-052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realpt-052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realpt-052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realpt-052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7_01061005">
  <a:themeElements>
    <a:clrScheme name="3_01061005 2">
      <a:dk1>
        <a:srgbClr val="000000"/>
      </a:dk1>
      <a:lt1>
        <a:srgbClr val="FFFFFF"/>
      </a:lt1>
      <a:dk2>
        <a:srgbClr val="000000"/>
      </a:dk2>
      <a:lt2>
        <a:srgbClr val="808080"/>
      </a:lt2>
      <a:accent1>
        <a:srgbClr val="000099"/>
      </a:accent1>
      <a:accent2>
        <a:srgbClr val="0C3CA6"/>
      </a:accent2>
      <a:accent3>
        <a:srgbClr val="FFFFFF"/>
      </a:accent3>
      <a:accent4>
        <a:srgbClr val="000000"/>
      </a:accent4>
      <a:accent5>
        <a:srgbClr val="AAAACA"/>
      </a:accent5>
      <a:accent6>
        <a:srgbClr val="0A3596"/>
      </a:accent6>
      <a:hlink>
        <a:srgbClr val="CCCCFF"/>
      </a:hlink>
      <a:folHlink>
        <a:srgbClr val="B2B2B2"/>
      </a:folHlink>
    </a:clrScheme>
    <a:fontScheme name="3_01061005">
      <a:majorFont>
        <a:latin typeface="굴림"/>
        <a:ea typeface="굴림"/>
        <a:cs typeface=""/>
      </a:majorFont>
      <a:minorFont>
        <a:latin typeface="굴림"/>
        <a:ea typeface="굴림"/>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01061005 1">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3_01061005 2">
        <a:dk1>
          <a:srgbClr val="000000"/>
        </a:dk1>
        <a:lt1>
          <a:srgbClr val="FFFFFF"/>
        </a:lt1>
        <a:dk2>
          <a:srgbClr val="000000"/>
        </a:dk2>
        <a:lt2>
          <a:srgbClr val="808080"/>
        </a:lt2>
        <a:accent1>
          <a:srgbClr val="000099"/>
        </a:accent1>
        <a:accent2>
          <a:srgbClr val="0C3CA6"/>
        </a:accent2>
        <a:accent3>
          <a:srgbClr val="FFFFFF"/>
        </a:accent3>
        <a:accent4>
          <a:srgbClr val="000000"/>
        </a:accent4>
        <a:accent5>
          <a:srgbClr val="AAAACA"/>
        </a:accent5>
        <a:accent6>
          <a:srgbClr val="0A3596"/>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3_01061005 3">
        <a:dk1>
          <a:srgbClr val="000000"/>
        </a:dk1>
        <a:lt1>
          <a:srgbClr val="FFFFFF"/>
        </a:lt1>
        <a:dk2>
          <a:srgbClr val="000000"/>
        </a:dk2>
        <a:lt2>
          <a:srgbClr val="808080"/>
        </a:lt2>
        <a:accent1>
          <a:srgbClr val="660066"/>
        </a:accent1>
        <a:accent2>
          <a:srgbClr val="FF5050"/>
        </a:accent2>
        <a:accent3>
          <a:srgbClr val="FFFFFF"/>
        </a:accent3>
        <a:accent4>
          <a:srgbClr val="000000"/>
        </a:accent4>
        <a:accent5>
          <a:srgbClr val="B8AAB8"/>
        </a:accent5>
        <a:accent6>
          <a:srgbClr val="E74848"/>
        </a:accent6>
        <a:hlink>
          <a:srgbClr val="FF9999"/>
        </a:hlink>
        <a:folHlink>
          <a:srgbClr val="B2B2B2"/>
        </a:folHlink>
      </a:clrScheme>
      <a:clrMap bg1="lt1" tx1="dk1" bg2="lt2" tx2="dk2" accent1="accent1" accent2="accent2" accent3="accent3" accent4="accent4" accent5="accent5" accent6="accent6" hlink="hlink" folHlink="folHlink"/>
    </a:extraClrScheme>
    <a:extraClrScheme>
      <a:clrScheme name="3_01061005 4">
        <a:dk1>
          <a:srgbClr val="000000"/>
        </a:dk1>
        <a:lt1>
          <a:srgbClr val="FFFFFF"/>
        </a:lt1>
        <a:dk2>
          <a:srgbClr val="000000"/>
        </a:dk2>
        <a:lt2>
          <a:srgbClr val="808080"/>
        </a:lt2>
        <a:accent1>
          <a:srgbClr val="006600"/>
        </a:accent1>
        <a:accent2>
          <a:srgbClr val="808000"/>
        </a:accent2>
        <a:accent3>
          <a:srgbClr val="FFFFFF"/>
        </a:accent3>
        <a:accent4>
          <a:srgbClr val="000000"/>
        </a:accent4>
        <a:accent5>
          <a:srgbClr val="AAB8AA"/>
        </a:accent5>
        <a:accent6>
          <a:srgbClr val="737300"/>
        </a:accent6>
        <a:hlink>
          <a:srgbClr val="CC990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9_realpt-052">
  <a:themeElements>
    <a:clrScheme name="realpt-052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realpt-052">
      <a:majorFont>
        <a:latin typeface="굴림"/>
        <a:ea typeface="굴림"/>
        <a:cs typeface=""/>
      </a:majorFont>
      <a:minorFont>
        <a:latin typeface="굴림"/>
        <a:ea typeface="굴림"/>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12700">
          <a:solidFill>
            <a:schemeClr val="bg1">
              <a:lumMod val="75000"/>
            </a:schemeClr>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raClrScheme>
      <a:clrScheme name="realpt-052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realpt-052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realpt-052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realpt-052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realpt-052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realpt-052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realpt-052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1_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10_realpt-052">
  <a:themeElements>
    <a:clrScheme name="realpt-052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realpt-052">
      <a:majorFont>
        <a:latin typeface="굴림"/>
        <a:ea typeface="굴림"/>
        <a:cs typeface=""/>
      </a:majorFont>
      <a:minorFont>
        <a:latin typeface="굴림"/>
        <a:ea typeface="굴림"/>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12700">
          <a:solidFill>
            <a:schemeClr val="bg1">
              <a:lumMod val="75000"/>
            </a:schemeClr>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raClrScheme>
      <a:clrScheme name="realpt-052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realpt-052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realpt-052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realpt-052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realpt-052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realpt-052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realpt-052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8_01061005">
  <a:themeElements>
    <a:clrScheme name="3_01061005 2">
      <a:dk1>
        <a:srgbClr val="000000"/>
      </a:dk1>
      <a:lt1>
        <a:srgbClr val="FFFFFF"/>
      </a:lt1>
      <a:dk2>
        <a:srgbClr val="000000"/>
      </a:dk2>
      <a:lt2>
        <a:srgbClr val="808080"/>
      </a:lt2>
      <a:accent1>
        <a:srgbClr val="000099"/>
      </a:accent1>
      <a:accent2>
        <a:srgbClr val="0C3CA6"/>
      </a:accent2>
      <a:accent3>
        <a:srgbClr val="FFFFFF"/>
      </a:accent3>
      <a:accent4>
        <a:srgbClr val="000000"/>
      </a:accent4>
      <a:accent5>
        <a:srgbClr val="AAAACA"/>
      </a:accent5>
      <a:accent6>
        <a:srgbClr val="0A3596"/>
      </a:accent6>
      <a:hlink>
        <a:srgbClr val="CCCCFF"/>
      </a:hlink>
      <a:folHlink>
        <a:srgbClr val="B2B2B2"/>
      </a:folHlink>
    </a:clrScheme>
    <a:fontScheme name="3_01061005">
      <a:majorFont>
        <a:latin typeface="굴림"/>
        <a:ea typeface="굴림"/>
        <a:cs typeface=""/>
      </a:majorFont>
      <a:minorFont>
        <a:latin typeface="굴림"/>
        <a:ea typeface="굴림"/>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01061005 1">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3_01061005 2">
        <a:dk1>
          <a:srgbClr val="000000"/>
        </a:dk1>
        <a:lt1>
          <a:srgbClr val="FFFFFF"/>
        </a:lt1>
        <a:dk2>
          <a:srgbClr val="000000"/>
        </a:dk2>
        <a:lt2>
          <a:srgbClr val="808080"/>
        </a:lt2>
        <a:accent1>
          <a:srgbClr val="000099"/>
        </a:accent1>
        <a:accent2>
          <a:srgbClr val="0C3CA6"/>
        </a:accent2>
        <a:accent3>
          <a:srgbClr val="FFFFFF"/>
        </a:accent3>
        <a:accent4>
          <a:srgbClr val="000000"/>
        </a:accent4>
        <a:accent5>
          <a:srgbClr val="AAAACA"/>
        </a:accent5>
        <a:accent6>
          <a:srgbClr val="0A3596"/>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3_01061005 3">
        <a:dk1>
          <a:srgbClr val="000000"/>
        </a:dk1>
        <a:lt1>
          <a:srgbClr val="FFFFFF"/>
        </a:lt1>
        <a:dk2>
          <a:srgbClr val="000000"/>
        </a:dk2>
        <a:lt2>
          <a:srgbClr val="808080"/>
        </a:lt2>
        <a:accent1>
          <a:srgbClr val="660066"/>
        </a:accent1>
        <a:accent2>
          <a:srgbClr val="FF5050"/>
        </a:accent2>
        <a:accent3>
          <a:srgbClr val="FFFFFF"/>
        </a:accent3>
        <a:accent4>
          <a:srgbClr val="000000"/>
        </a:accent4>
        <a:accent5>
          <a:srgbClr val="B8AAB8"/>
        </a:accent5>
        <a:accent6>
          <a:srgbClr val="E74848"/>
        </a:accent6>
        <a:hlink>
          <a:srgbClr val="FF9999"/>
        </a:hlink>
        <a:folHlink>
          <a:srgbClr val="B2B2B2"/>
        </a:folHlink>
      </a:clrScheme>
      <a:clrMap bg1="lt1" tx1="dk1" bg2="lt2" tx2="dk2" accent1="accent1" accent2="accent2" accent3="accent3" accent4="accent4" accent5="accent5" accent6="accent6" hlink="hlink" folHlink="folHlink"/>
    </a:extraClrScheme>
    <a:extraClrScheme>
      <a:clrScheme name="3_01061005 4">
        <a:dk1>
          <a:srgbClr val="000000"/>
        </a:dk1>
        <a:lt1>
          <a:srgbClr val="FFFFFF"/>
        </a:lt1>
        <a:dk2>
          <a:srgbClr val="000000"/>
        </a:dk2>
        <a:lt2>
          <a:srgbClr val="808080"/>
        </a:lt2>
        <a:accent1>
          <a:srgbClr val="006600"/>
        </a:accent1>
        <a:accent2>
          <a:srgbClr val="808000"/>
        </a:accent2>
        <a:accent3>
          <a:srgbClr val="FFFFFF"/>
        </a:accent3>
        <a:accent4>
          <a:srgbClr val="000000"/>
        </a:accent4>
        <a:accent5>
          <a:srgbClr val="AAB8AA"/>
        </a:accent5>
        <a:accent6>
          <a:srgbClr val="737300"/>
        </a:accent6>
        <a:hlink>
          <a:srgbClr val="CC990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5_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6_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2_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0.xml><?xml version="1.0" encoding="utf-8"?>
<a:theme xmlns:a="http://schemas.openxmlformats.org/drawingml/2006/main" name="7_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1.xml><?xml version="1.0" encoding="utf-8"?>
<a:theme xmlns:a="http://schemas.openxmlformats.org/drawingml/2006/main" name="Office 테마">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fa사업현황(지도)</Template>
  <TotalTime>80352</TotalTime>
  <Words>401</Words>
  <Application>Microsoft Office PowerPoint</Application>
  <PresentationFormat>A4 용지(210x297mm)</PresentationFormat>
  <Paragraphs>24</Paragraphs>
  <Slides>2</Slides>
  <Notes>0</Notes>
  <HiddenSlides>0</HiddenSlides>
  <MMClips>0</MMClips>
  <ScaleCrop>false</ScaleCrop>
  <HeadingPairs>
    <vt:vector size="6" baseType="variant">
      <vt:variant>
        <vt:lpstr>사용한 글꼴</vt:lpstr>
      </vt:variant>
      <vt:variant>
        <vt:i4>6</vt:i4>
      </vt:variant>
      <vt:variant>
        <vt:lpstr>테마</vt:lpstr>
      </vt:variant>
      <vt:variant>
        <vt:i4>10</vt:i4>
      </vt:variant>
      <vt:variant>
        <vt:lpstr>슬라이드 제목</vt:lpstr>
      </vt:variant>
      <vt:variant>
        <vt:i4>2</vt:i4>
      </vt:variant>
    </vt:vector>
  </HeadingPairs>
  <TitlesOfParts>
    <vt:vector size="18" baseType="lpstr">
      <vt:lpstr>HY헤드라인M</vt:lpstr>
      <vt:lpstr>굴림</vt:lpstr>
      <vt:lpstr>맑은 고딕</vt:lpstr>
      <vt:lpstr>Arial</vt:lpstr>
      <vt:lpstr>Times New Roman</vt:lpstr>
      <vt:lpstr>Wingdings</vt:lpstr>
      <vt:lpstr>8_realpt-052</vt:lpstr>
      <vt:lpstr>7_01061005</vt:lpstr>
      <vt:lpstr>9_realpt-052</vt:lpstr>
      <vt:lpstr>1_Office 테마</vt:lpstr>
      <vt:lpstr>10_realpt-052</vt:lpstr>
      <vt:lpstr>8_01061005</vt:lpstr>
      <vt:lpstr>5_Office 테마</vt:lpstr>
      <vt:lpstr>6_Office 테마</vt:lpstr>
      <vt:lpstr>2_Office 테마</vt:lpstr>
      <vt:lpstr>7_Office 테마</vt:lpstr>
      <vt:lpstr>PowerPoint 프레젠테이션</vt:lpstr>
      <vt:lpstr>PowerPoint 프레젠테이션</vt:lpstr>
    </vt:vector>
  </TitlesOfParts>
  <Company>Samsung Electronics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한전 동향</dc:title>
  <dc:creator>SEC</dc:creator>
  <cp:lastModifiedBy>하태준</cp:lastModifiedBy>
  <cp:revision>6681</cp:revision>
  <cp:lastPrinted>2020-08-31T12:17:42Z</cp:lastPrinted>
  <dcterms:created xsi:type="dcterms:W3CDTF">2011-03-16T00:11:19Z</dcterms:created>
  <dcterms:modified xsi:type="dcterms:W3CDTF">2026-01-31T03:58:48Z</dcterms:modified>
</cp:coreProperties>
</file>